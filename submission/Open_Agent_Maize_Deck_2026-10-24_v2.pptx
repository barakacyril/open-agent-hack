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2a832c6714246be" /><Relationship Type="http://schemas.openxmlformats.org/officeDocument/2006/relationships/extended-properties" Target="/docProps/app.xml" Id="R5f54019caefa48b1" /><Relationship Type="http://schemas.openxmlformats.org/officeDocument/2006/relationships/officeDocument" Target="/ppt/presentation.xml" Id="Rf0dc9c8296f543c2" /></Relationships>
</file>

<file path=ppt/presentation.xml><?xml version="1.0" encoding="utf-8"?>
<p:presentation xmlns:p="http://schemas.openxmlformats.org/presentationml/2006/main">
  <p:sldMasterIdLst>
    <p:sldMasterId xmlns:r="http://schemas.openxmlformats.org/officeDocument/2006/relationships" id="2147483648" r:id="R02ccacc0d3ae4bcd"/>
  </p:sldMasterIdLst>
  <p:notesMasterIdLst>
    <p:notesMasterId xmlns:r="http://schemas.openxmlformats.org/officeDocument/2006/relationships" r:id="Rbbcfcf29f3b641c9"/>
  </p:notesMasterIdLst>
  <p:sldIdLst>
    <p:sldId xmlns:r="http://schemas.openxmlformats.org/officeDocument/2006/relationships" id="256" r:id="Reebdd870630a4470"/>
    <p:sldId xmlns:r="http://schemas.openxmlformats.org/officeDocument/2006/relationships" id="257" r:id="R611b508a31754867"/>
    <p:sldId xmlns:r="http://schemas.openxmlformats.org/officeDocument/2006/relationships" id="258" r:id="Rf8cabf435d3e4240"/>
    <p:sldId xmlns:r="http://schemas.openxmlformats.org/officeDocument/2006/relationships" id="259" r:id="R2fe3eb2fc7e04bc4"/>
    <p:sldId xmlns:r="http://schemas.openxmlformats.org/officeDocument/2006/relationships" id="260" r:id="R371217b878034509"/>
    <p:sldId xmlns:r="http://schemas.openxmlformats.org/officeDocument/2006/relationships" id="261" r:id="Rdc133e23ff3949c2"/>
    <p:sldId xmlns:r="http://schemas.openxmlformats.org/officeDocument/2006/relationships" id="262" r:id="R2736d7bbd87b4be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217cc5de56d4335" /><Relationship Type="http://schemas.openxmlformats.org/officeDocument/2006/relationships/slideMaster" Target="/ppt/slideMasters/slideMaster1.xml" Id="R02ccacc0d3ae4bcd" /><Relationship Type="http://schemas.openxmlformats.org/officeDocument/2006/relationships/notesMaster" Target="/ppt/notesMasters/notesMaster1.xml" Id="Rbbcfcf29f3b641c9" /><Relationship Type="http://schemas.openxmlformats.org/officeDocument/2006/relationships/presProps" Target="/ppt/presProps.xml" Id="Red21c6df97844169" /><Relationship Type="http://schemas.openxmlformats.org/officeDocument/2006/relationships/tableStyles" Target="/ppt/tableStyles.xml" Id="R41973be80ddc470f" /><Relationship Type="http://schemas.openxmlformats.org/officeDocument/2006/relationships/slide" Target="/ppt/slides/slide1.xml" Id="Reebdd870630a4470" /><Relationship Type="http://schemas.openxmlformats.org/officeDocument/2006/relationships/slide" Target="/ppt/slides/slide2.xml" Id="R611b508a31754867" /><Relationship Type="http://schemas.openxmlformats.org/officeDocument/2006/relationships/slide" Target="/ppt/slides/slide3.xml" Id="Rf8cabf435d3e4240" /><Relationship Type="http://schemas.openxmlformats.org/officeDocument/2006/relationships/slide" Target="/ppt/slides/slide4.xml" Id="R2fe3eb2fc7e04bc4" /><Relationship Type="http://schemas.openxmlformats.org/officeDocument/2006/relationships/slide" Target="/ppt/slides/slide5.xml" Id="R371217b878034509" /><Relationship Type="http://schemas.openxmlformats.org/officeDocument/2006/relationships/slide" Target="/ppt/slides/slide6.xml" Id="Rdc133e23ff3949c2" /><Relationship Type="http://schemas.openxmlformats.org/officeDocument/2006/relationships/slide" Target="/ppt/slides/slide7.xml" Id="R2736d7bbd87b4be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a550de0513143d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8cef1e1e70c4145" /><Relationship Type="http://schemas.openxmlformats.org/officeDocument/2006/relationships/notesMaster" Target="/ppt/notesMasters/notesMaster1.xml" Id="R42a12420aaf84fc6" /></Relationships>
</file>

<file path=ppt/notesSlides/_rels/notesSlide2.xml.rels>&#65279;<?xml version="1.0" encoding="utf-8"?><Relationships xmlns="http://schemas.openxmlformats.org/package/2006/relationships"><Relationship Type="http://schemas.openxmlformats.org/officeDocument/2006/relationships/slide" Target="/ppt/slides/slide2.xml" Id="R93814cb337134e37" /><Relationship Type="http://schemas.openxmlformats.org/officeDocument/2006/relationships/notesMaster" Target="/ppt/notesMasters/notesMaster1.xml" Id="Rd46d7ba6e4084f44" /></Relationships>
</file>

<file path=ppt/notesSlides/_rels/notesSlide3.xml.rels>&#65279;<?xml version="1.0" encoding="utf-8"?><Relationships xmlns="http://schemas.openxmlformats.org/package/2006/relationships"><Relationship Type="http://schemas.openxmlformats.org/officeDocument/2006/relationships/slide" Target="/ppt/slides/slide3.xml" Id="R443fa37e67254cba" /><Relationship Type="http://schemas.openxmlformats.org/officeDocument/2006/relationships/notesMaster" Target="/ppt/notesMasters/notesMaster1.xml" Id="R999ae861f62e47d5" /></Relationships>
</file>

<file path=ppt/notesSlides/_rels/notesSlide4.xml.rels>&#65279;<?xml version="1.0" encoding="utf-8"?><Relationships xmlns="http://schemas.openxmlformats.org/package/2006/relationships"><Relationship Type="http://schemas.openxmlformats.org/officeDocument/2006/relationships/slide" Target="/ppt/slides/slide4.xml" Id="Rca4ec96ab9bb4e3c" /><Relationship Type="http://schemas.openxmlformats.org/officeDocument/2006/relationships/notesMaster" Target="/ppt/notesMasters/notesMaster1.xml" Id="R0939437c5da4498e" /></Relationships>
</file>

<file path=ppt/notesSlides/_rels/notesSlide5.xml.rels>&#65279;<?xml version="1.0" encoding="utf-8"?><Relationships xmlns="http://schemas.openxmlformats.org/package/2006/relationships"><Relationship Type="http://schemas.openxmlformats.org/officeDocument/2006/relationships/slide" Target="/ppt/slides/slide5.xml" Id="R3a29b961a74b4357" /><Relationship Type="http://schemas.openxmlformats.org/officeDocument/2006/relationships/notesMaster" Target="/ppt/notesMasters/notesMaster1.xml" Id="R09f071a7c9484c5b" /></Relationships>
</file>

<file path=ppt/notesSlides/_rels/notesSlide6.xml.rels>&#65279;<?xml version="1.0" encoding="utf-8"?><Relationships xmlns="http://schemas.openxmlformats.org/package/2006/relationships"><Relationship Type="http://schemas.openxmlformats.org/officeDocument/2006/relationships/slide" Target="/ppt/slides/slide6.xml" Id="R701f9da8edf9487a" /><Relationship Type="http://schemas.openxmlformats.org/officeDocument/2006/relationships/notesMaster" Target="/ppt/notesMasters/notesMaster1.xml" Id="Raf820c46de984769" /></Relationships>
</file>

<file path=ppt/notesSlides/_rels/notesSlide7.xml.rels>&#65279;<?xml version="1.0" encoding="utf-8"?><Relationships xmlns="http://schemas.openxmlformats.org/package/2006/relationships"><Relationship Type="http://schemas.openxmlformats.org/officeDocument/2006/relationships/slide" Target="/ppt/slides/slide7.xml" Id="R1951e72cbb634220" /><Relationship Type="http://schemas.openxmlformats.org/officeDocument/2006/relationships/notesMaster" Target="/ppt/notesMasters/notesMaster1.xml" Id="Rb6ce60ebb0d948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facts are from the repository README and implementation. The selected track recommendation is Reasoning Architecture, whose HackOS description focuses on reliable decisions and actions from data, knowledge, memory and reasoning. Source: https://hackathon.genai.works/event/open-agent-hackathon-2026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target user, problem statement and data limitations are described in README.md and data/README.md. HackOS scoring gives Impact 30 points and Product &amp; UX 10 points. Source: https://hackathon.genai.works/event/open-agent-hackathon-2026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details and loop limits come from README.md and src/orchestration/graph.ts. Market prices, weather, storage-loss rules, news and farmer history are read through the Zetaris adapter when available; H-MEM stores and recalls farmer records. The source supports a local sample fallback and records it in the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default stale threshold is 3 days; the coverage block is below 3 fresh white-maize quotes; the loop caps are 2 revisions, 2 refreshes and 3 rounds. The Monte Carlo is fixed-seed, with a liquidity penalty of 2 per KES of unraised cash need. These are implementation rules, not measured farm outcomes. Source: README.md, src/agents/riskCritic.ts and src/tools/expectedValue.ts.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UI is a React interface wired to POST /run and the run event endpoint. The UI only presents fields and data returned by the backend; source and freshness are shown per evidence item. Synthetic data labels are defined in data/README.md.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Sponsor descriptions are based on src/adapters/zetaris.ts, src/adapters/meterless.ts, src/config.ts and README.md. The current HackOS rules state that Zetaris and Meterless are required and Cursor is optional, while the academy page's technology FAQ says teams must use Cursor. The project already documents Cursor use. NVIDIA route/lane details are marked unverified in README.md. Source: https://hackathon.genai.works/event/open-agent-hackathon-2026 and https://academy.genai.works/courses/open-agent-hackathon-2026/details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Validation on 24 October 2026: backend TypeScript build passed; UI typecheck and production build passed; all 60 Vitest tests passed; GET /health and the production Vite /api proxy returned ok. The repository smoke test could not connect to the local Zetaris proxy configured at port 3000 or Meterless at port 8080. The local Meterless runtime token is unset or a placeholder. This describes this Windows check only; service state elsewhere is unverified. The sample case uses price and forecast data dated 18 October, beyond the 3-day freshness limit, and correctly returns no_recommendation. HackOS requires a 1–4 minute demo video, slide deck, repository and clear sponsor technology explanation. Deadline: 27 October 2026 at 23:45 UTC. Source: https://hackathon.genai.works/event/open-agent-hackathon-2026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65a346bb8fb4a3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f7f29daf2024a6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b7b34eecd79403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851b7d1eb55410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c8296b1569c4bd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844abc0f34f4d2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9AF0AC-5447-41E3-9821-05E7D4C828D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98A5B44-355D-484D-AA0B-D0F4B00BD0F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ECC34C5-7B9B-4F32-A0E3-FBF52E9DE92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9FD5663-6AC4-400F-A2CA-7DC1F5B27E9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8DA1EB8-02A5-4325-80D9-64B7C7723D2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27D1DE6-72A7-47E6-99BE-3D9BD78A0FE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347E157-1ACB-4E1A-B8A3-6CD355F722A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EF8F7D3-3ECF-4084-8200-581EC77E00B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9D5339-AF8E-4A98-87A2-D892D513132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4E90B07-48FE-485C-A771-D74A8F31B3C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c26cfc7cc6647f4" /><Relationship Type="http://schemas.openxmlformats.org/officeDocument/2006/relationships/slideLayout" Target="/ppt/slideLayouts/slideLayout1.xml" Id="R0bd64023f4fa41cd" /><Relationship Type="http://schemas.openxmlformats.org/officeDocument/2006/relationships/slideLayout" Target="/ppt/slideLayouts/slideLayout2.xml" Id="R2841def197054181" /><Relationship Type="http://schemas.openxmlformats.org/officeDocument/2006/relationships/slideLayout" Target="/ppt/slideLayouts/slideLayout3.xml" Id="R55883d02554e47f6" /><Relationship Type="http://schemas.openxmlformats.org/officeDocument/2006/relationships/slideLayout" Target="/ppt/slideLayouts/slideLayout4.xml" Id="R1fc208a977df4f8d" /><Relationship Type="http://schemas.openxmlformats.org/officeDocument/2006/relationships/slideLayout" Target="/ppt/slideLayouts/slideLayout5.xml" Id="R58f97fc6351540ee" /><Relationship Type="http://schemas.openxmlformats.org/officeDocument/2006/relationships/slideLayout" Target="/ppt/slideLayouts/slideLayout6.xml" Id="Rb833b71a7bbc48d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d64023f4fa41cd"/>
    <p:sldLayoutId xmlns:r="http://schemas.openxmlformats.org/officeDocument/2006/relationships" id="2147483650" r:id="R2841def197054181"/>
    <p:sldLayoutId xmlns:r="http://schemas.openxmlformats.org/officeDocument/2006/relationships" id="2147483651" r:id="R55883d02554e47f6"/>
    <p:sldLayoutId xmlns:r="http://schemas.openxmlformats.org/officeDocument/2006/relationships" id="2147483652" r:id="R1fc208a977df4f8d"/>
    <p:sldLayoutId xmlns:r="http://schemas.openxmlformats.org/officeDocument/2006/relationships" id="2147483653" r:id="R58f97fc6351540ee"/>
    <p:sldLayoutId xmlns:r="http://schemas.openxmlformats.org/officeDocument/2006/relationships" id="2147483654" r:id="Rb833b71a7bbc48d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c8593a3c97e483f" /><Relationship Type="http://schemas.openxmlformats.org/officeDocument/2006/relationships/notesSlide" Target="/ppt/notesSlides/notesSlide1.xml" Id="Rd13c5fd765a34b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c93fb9f815a49d7" /><Relationship Type="http://schemas.openxmlformats.org/officeDocument/2006/relationships/notesSlide" Target="/ppt/notesSlides/notesSlide2.xml" Id="R9448d15361fe487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1176b9910074b57" /><Relationship Type="http://schemas.openxmlformats.org/officeDocument/2006/relationships/notesSlide" Target="/ppt/notesSlides/notesSlide3.xml" Id="R5c2c75223c4a47b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5b0b4f213204d6e" /><Relationship Type="http://schemas.openxmlformats.org/officeDocument/2006/relationships/notesSlide" Target="/ppt/notesSlides/notesSlide4.xml" Id="Rb08a769dc82141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7c5c27b7db043e8" /><Relationship Type="http://schemas.openxmlformats.org/officeDocument/2006/relationships/notesSlide" Target="/ppt/notesSlides/notesSlide5.xml" Id="R1361cc171c67426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5afd58a38e241c3" /><Relationship Type="http://schemas.openxmlformats.org/officeDocument/2006/relationships/notesSlide" Target="/ppt/notesSlides/notesSlide6.xml" Id="R5214b371ae4c4eb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27676ae641a4952" /><Relationship Type="http://schemas.openxmlformats.org/officeDocument/2006/relationships/notesSlide" Target="/ppt/notesSlides/notesSlide7.xml" Id="Re4e08a43f4254988" /></Relationships>
</file>

<file path=ppt/slides/slide1.xml><?xml version="1.0" encoding="utf-8"?>
<p:sld xmlns:p="http://schemas.openxmlformats.org/presentationml/2006/main">
  <p:cSld>
    <p:bg>
      <p:bgPr>
        <a:solidFill xmlns:a="http://schemas.openxmlformats.org/drawingml/2006/main">
          <a:srgbClr val="183525"/>
        </a:solidFill>
      </p:bgPr>
    </p:bg>
    <p:spTree>
      <p:nvGrpSpPr>
        <p:cNvPr id="1" name=""/>
        <p:cNvGrpSpPr/>
        <p:nvPr/>
      </p:nvGrpSpPr>
      <p:grpSpPr>
        <a:xfrm xmlns:a="http://schemas.openxmlformats.org/drawingml/2006/main"/>
      </p:grpSpPr>
      <p:sp>
        <p:nvSpPr>
          <p:cNvPr id="8" name="cover-gold-rule">
            <a:extLst xmlns:a="http://schemas.openxmlformats.org/drawingml/2006/main">
              <a:ext uri="{FF2B5EF4-FFF2-40B4-BE49-F238E27FC236}">
                <a16:creationId xmlns:a16="http://schemas.microsoft.com/office/drawing/2014/main" id="{B7132A66-AC8C-4315-A51C-8F0FCBBF8680}"/>
              </a:ext>
            </a:extLst>
          </p:cNvPr>
          <p:cNvSpPr>
            <a:spLocks xmlns:a="http://schemas.openxmlformats.org/drawingml/2006/main" noGrp="1"/>
          </p:cNvSpPr>
          <p:nvPr/>
        </p:nvSpPr>
        <p:spPr>
          <a:xfrm xmlns:a="http://schemas.openxmlformats.org/drawingml/2006/main">
            <a:off x="762000" y="962025"/>
            <a:ext cx="533400" cy="28575"/>
          </a:xfrm>
          <a:prstGeom xmlns:a="http://schemas.openxmlformats.org/drawingml/2006/main" prst="rect">
            <a:avLst/>
          </a:prstGeom>
          <a:solidFill xmlns:a="http://schemas.openxmlformats.org/drawingml/2006/main">
            <a:srgbClr val="C78A38"/>
          </a:solidFill>
          <a:ln xmlns:a="http://schemas.openxmlformats.org/drawingml/2006/main" w="0">
            <a:noFill/>
            <a:prstDash val="solid"/>
          </a:ln>
        </p:spPr>
      </p:sp>
      <p:sp>
        <p:nvSpPr>
          <p:cNvPr id="2" name="cover-kicker">
            <a:extLst xmlns:a="http://schemas.openxmlformats.org/drawingml/2006/main">
              <a:ext uri="{FF2B5EF4-FFF2-40B4-BE49-F238E27FC236}">
                <a16:creationId xmlns:a16="http://schemas.microsoft.com/office/drawing/2014/main" id="{9BB9A257-4049-4525-A426-2C303E0AB25C}"/>
              </a:ext>
            </a:extLst>
          </p:cNvPr>
          <p:cNvSpPr>
            <a:spLocks xmlns:a="http://schemas.openxmlformats.org/drawingml/2006/main" noGrp="1"/>
          </p:cNvSpPr>
          <p:nvPr/>
        </p:nvSpPr>
        <p:spPr>
          <a:xfrm xmlns:a="http://schemas.openxmlformats.org/drawingml/2006/main">
            <a:off x="762000" y="1219200"/>
            <a:ext cx="561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D9C99F"/>
                </a:solidFill>
                <a:latin typeface="Arial"/>
                <a:ea typeface="Arial"/>
                <a:cs typeface="Arial"/>
              </a:defRPr>
            </a:defPPr>
            <a:lvl1pPr algn="l">
              <a:defRPr sz="975" b="1">
                <a:solidFill>
                  <a:srgbClr val="D9C99F"/>
                </a:solidFill>
                <a:latin typeface="Arial"/>
                <a:ea typeface="Arial"/>
                <a:cs typeface="Arial"/>
              </a:defRPr>
            </a:lvl1pPr>
            <a:lvl2pPr algn="l">
              <a:defRPr sz="975" b="1">
                <a:solidFill>
                  <a:srgbClr val="D9C99F"/>
                </a:solidFill>
                <a:latin typeface="Arial"/>
                <a:ea typeface="Arial"/>
                <a:cs typeface="Arial"/>
              </a:defRPr>
            </a:lvl2pPr>
            <a:lvl3pPr algn="l">
              <a:defRPr sz="975" b="1">
                <a:solidFill>
                  <a:srgbClr val="D9C99F"/>
                </a:solidFill>
                <a:latin typeface="Arial"/>
                <a:ea typeface="Arial"/>
                <a:cs typeface="Arial"/>
              </a:defRPr>
            </a:lvl3pPr>
            <a:lvl4pPr algn="l">
              <a:defRPr sz="975" b="1">
                <a:solidFill>
                  <a:srgbClr val="D9C99F"/>
                </a:solidFill>
                <a:latin typeface="Arial"/>
                <a:ea typeface="Arial"/>
                <a:cs typeface="Arial"/>
              </a:defRPr>
            </a:lvl4pPr>
            <a:lvl5pPr algn="l">
              <a:defRPr sz="975" b="1">
                <a:solidFill>
                  <a:srgbClr val="D9C99F"/>
                </a:solidFill>
                <a:latin typeface="Arial"/>
                <a:ea typeface="Arial"/>
                <a:cs typeface="Arial"/>
              </a:defRPr>
            </a:lvl5pPr>
            <a:lvl6pPr algn="l">
              <a:defRPr sz="975" b="1">
                <a:solidFill>
                  <a:srgbClr val="D9C99F"/>
                </a:solidFill>
                <a:latin typeface="Arial"/>
                <a:ea typeface="Arial"/>
                <a:cs typeface="Arial"/>
              </a:defRPr>
            </a:lvl6pPr>
            <a:lvl7pPr algn="l">
              <a:defRPr sz="975" b="1">
                <a:solidFill>
                  <a:srgbClr val="D9C99F"/>
                </a:solidFill>
                <a:latin typeface="Arial"/>
                <a:ea typeface="Arial"/>
                <a:cs typeface="Arial"/>
              </a:defRPr>
            </a:lvl7pPr>
            <a:lvl8pPr algn="l">
              <a:defRPr sz="975" b="1">
                <a:solidFill>
                  <a:srgbClr val="D9C99F"/>
                </a:solidFill>
                <a:latin typeface="Arial"/>
                <a:ea typeface="Arial"/>
                <a:cs typeface="Arial"/>
              </a:defRPr>
            </a:lvl8pPr>
            <a:lvl9pPr algn="l">
              <a:defRPr sz="975" b="1">
                <a:solidFill>
                  <a:srgbClr val="D9C99F"/>
                </a:solidFill>
                <a:latin typeface="Arial"/>
                <a:ea typeface="Arial"/>
                <a:cs typeface="Arial"/>
              </a:defRPr>
            </a:lvl9pPr>
          </a:lstStyle>
          <a:p xmlns:a="http://schemas.openxmlformats.org/drawingml/2006/main">
            <a:pPr algn="l">
              <a:defRPr sz="975" b="1">
                <a:solidFill>
                  <a:srgbClr val="D9C99F"/>
                </a:solidFill>
                <a:latin typeface="Arial"/>
                <a:ea typeface="Arial"/>
                <a:cs typeface="Arial"/>
              </a:defRPr>
            </a:pPr>
            <a:r>
              <a:rPr sz="975" b="1">
                <a:solidFill>
                  <a:srgbClr val="D9C99F"/>
                </a:solidFill>
                <a:latin typeface="Arial"/>
                <a:ea typeface="Arial"/>
                <a:cs typeface="Arial"/>
              </a:rPr>
              <a:t>OPEN AGENT HACKATHON 2026  ·  REASONING ARCHITECTURE</a:t>
            </a:r>
          </a:p>
        </p:txBody>
      </p:sp>
      <p:sp>
        <p:nvSpPr>
          <p:cNvPr id="3" name="cover-title">
            <a:extLst xmlns:a="http://schemas.openxmlformats.org/drawingml/2006/main">
              <a:ext uri="{FF2B5EF4-FFF2-40B4-BE49-F238E27FC236}">
                <a16:creationId xmlns:a16="http://schemas.microsoft.com/office/drawing/2014/main" id="{3F1AAD2F-C723-4088-ACC1-511E0DBFB38A}"/>
              </a:ext>
            </a:extLst>
          </p:cNvPr>
          <p:cNvSpPr>
            <a:spLocks xmlns:a="http://schemas.openxmlformats.org/drawingml/2006/main" noGrp="1"/>
          </p:cNvSpPr>
          <p:nvPr/>
        </p:nvSpPr>
        <p:spPr>
          <a:xfrm xmlns:a="http://schemas.openxmlformats.org/drawingml/2006/main">
            <a:off x="723900" y="2124075"/>
            <a:ext cx="857250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841"/>
          </a:bodyPr>
          <a:lstStyle xmlns:a="http://schemas.openxmlformats.org/drawingml/2006/main">
            <a:defPPr algn="l">
              <a:defRPr sz="6150" b="0">
                <a:solidFill>
                  <a:srgbClr val="FFFEFA"/>
                </a:solidFill>
                <a:latin typeface="Georgia"/>
                <a:ea typeface="Georgia"/>
                <a:cs typeface="Georgia"/>
              </a:defRPr>
            </a:defPPr>
            <a:lvl1pPr algn="l">
              <a:defRPr sz="6150" b="0">
                <a:solidFill>
                  <a:srgbClr val="FFFEFA"/>
                </a:solidFill>
                <a:latin typeface="Georgia"/>
                <a:ea typeface="Georgia"/>
                <a:cs typeface="Georgia"/>
              </a:defRPr>
            </a:lvl1pPr>
            <a:lvl2pPr algn="l">
              <a:defRPr sz="6150" b="0">
                <a:solidFill>
                  <a:srgbClr val="FFFEFA"/>
                </a:solidFill>
                <a:latin typeface="Georgia"/>
                <a:ea typeface="Georgia"/>
                <a:cs typeface="Georgia"/>
              </a:defRPr>
            </a:lvl2pPr>
            <a:lvl3pPr algn="l">
              <a:defRPr sz="6150" b="0">
                <a:solidFill>
                  <a:srgbClr val="FFFEFA"/>
                </a:solidFill>
                <a:latin typeface="Georgia"/>
                <a:ea typeface="Georgia"/>
                <a:cs typeface="Georgia"/>
              </a:defRPr>
            </a:lvl3pPr>
            <a:lvl4pPr algn="l">
              <a:defRPr sz="6150" b="0">
                <a:solidFill>
                  <a:srgbClr val="FFFEFA"/>
                </a:solidFill>
                <a:latin typeface="Georgia"/>
                <a:ea typeface="Georgia"/>
                <a:cs typeface="Georgia"/>
              </a:defRPr>
            </a:lvl4pPr>
            <a:lvl5pPr algn="l">
              <a:defRPr sz="6150" b="0">
                <a:solidFill>
                  <a:srgbClr val="FFFEFA"/>
                </a:solidFill>
                <a:latin typeface="Georgia"/>
                <a:ea typeface="Georgia"/>
                <a:cs typeface="Georgia"/>
              </a:defRPr>
            </a:lvl5pPr>
            <a:lvl6pPr algn="l">
              <a:defRPr sz="6150" b="0">
                <a:solidFill>
                  <a:srgbClr val="FFFEFA"/>
                </a:solidFill>
                <a:latin typeface="Georgia"/>
                <a:ea typeface="Georgia"/>
                <a:cs typeface="Georgia"/>
              </a:defRPr>
            </a:lvl6pPr>
            <a:lvl7pPr algn="l">
              <a:defRPr sz="6150" b="0">
                <a:solidFill>
                  <a:srgbClr val="FFFEFA"/>
                </a:solidFill>
                <a:latin typeface="Georgia"/>
                <a:ea typeface="Georgia"/>
                <a:cs typeface="Georgia"/>
              </a:defRPr>
            </a:lvl7pPr>
            <a:lvl8pPr algn="l">
              <a:defRPr sz="6150" b="0">
                <a:solidFill>
                  <a:srgbClr val="FFFEFA"/>
                </a:solidFill>
                <a:latin typeface="Georgia"/>
                <a:ea typeface="Georgia"/>
                <a:cs typeface="Georgia"/>
              </a:defRPr>
            </a:lvl8pPr>
            <a:lvl9pPr algn="l">
              <a:defRPr sz="6150" b="0">
                <a:solidFill>
                  <a:srgbClr val="FFFEFA"/>
                </a:solidFill>
                <a:latin typeface="Georgia"/>
                <a:ea typeface="Georgia"/>
                <a:cs typeface="Georgia"/>
              </a:defRPr>
            </a:lvl9pPr>
          </a:lstStyle>
          <a:p xmlns:a="http://schemas.openxmlformats.org/drawingml/2006/main">
            <a:pPr algn="l">
              <a:defRPr sz="6150" b="0">
                <a:solidFill>
                  <a:srgbClr val="FFFEFA"/>
                </a:solidFill>
                <a:latin typeface="Georgia"/>
                <a:ea typeface="Georgia"/>
                <a:cs typeface="Georgia"/>
              </a:defRPr>
            </a:pPr>
            <a:r>
              <a:rPr sz="6150" b="0">
                <a:solidFill>
                  <a:srgbClr val="FFFEFA"/>
                </a:solidFill>
                <a:latin typeface="Georgia"/>
                <a:ea typeface="Georgia"/>
                <a:cs typeface="Georgia"/>
              </a:rPr>
              <a:t>Open Agent</a:t>
            </a:r>
          </a:p>
          <a:p xmlns:a="http://schemas.openxmlformats.org/drawingml/2006/main">
            <a:pPr algn="l">
              <a:defRPr sz="6150" b="0">
                <a:solidFill>
                  <a:srgbClr val="FFFEFA"/>
                </a:solidFill>
                <a:latin typeface="Georgia"/>
                <a:ea typeface="Georgia"/>
                <a:cs typeface="Georgia"/>
              </a:defRPr>
            </a:pPr>
            <a:r>
              <a:rPr sz="6150" b="0">
                <a:solidFill>
                  <a:srgbClr val="FFFEFA"/>
                </a:solidFill>
                <a:latin typeface="Georgia"/>
                <a:ea typeface="Georgia"/>
                <a:cs typeface="Georgia"/>
              </a:rPr>
              <a:t>Maize</a:t>
            </a:r>
          </a:p>
        </p:txBody>
      </p:sp>
      <p:sp>
        <p:nvSpPr>
          <p:cNvPr id="4" name="cover-subtitle">
            <a:extLst xmlns:a="http://schemas.openxmlformats.org/drawingml/2006/main">
              <a:ext uri="{FF2B5EF4-FFF2-40B4-BE49-F238E27FC236}">
                <a16:creationId xmlns:a16="http://schemas.microsoft.com/office/drawing/2014/main" id="{03FD1E01-2136-4EC0-9D91-24085B14C5A7}"/>
              </a:ext>
            </a:extLst>
          </p:cNvPr>
          <p:cNvSpPr>
            <a:spLocks xmlns:a="http://schemas.openxmlformats.org/drawingml/2006/main" noGrp="1"/>
          </p:cNvSpPr>
          <p:nvPr/>
        </p:nvSpPr>
        <p:spPr>
          <a:xfrm xmlns:a="http://schemas.openxmlformats.org/drawingml/2006/main">
            <a:off x="781050" y="4038600"/>
            <a:ext cx="647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0">
                <a:solidFill>
                  <a:srgbClr val="D7E0D5"/>
                </a:solidFill>
                <a:latin typeface="Arial"/>
                <a:ea typeface="Arial"/>
                <a:cs typeface="Arial"/>
              </a:defRPr>
            </a:defPPr>
            <a:lvl1pPr algn="l">
              <a:defRPr sz="1950" b="0">
                <a:solidFill>
                  <a:srgbClr val="D7E0D5"/>
                </a:solidFill>
                <a:latin typeface="Arial"/>
                <a:ea typeface="Arial"/>
                <a:cs typeface="Arial"/>
              </a:defRPr>
            </a:lvl1pPr>
            <a:lvl2pPr algn="l">
              <a:defRPr sz="1950" b="0">
                <a:solidFill>
                  <a:srgbClr val="D7E0D5"/>
                </a:solidFill>
                <a:latin typeface="Arial"/>
                <a:ea typeface="Arial"/>
                <a:cs typeface="Arial"/>
              </a:defRPr>
            </a:lvl2pPr>
            <a:lvl3pPr algn="l">
              <a:defRPr sz="1950" b="0">
                <a:solidFill>
                  <a:srgbClr val="D7E0D5"/>
                </a:solidFill>
                <a:latin typeface="Arial"/>
                <a:ea typeface="Arial"/>
                <a:cs typeface="Arial"/>
              </a:defRPr>
            </a:lvl3pPr>
            <a:lvl4pPr algn="l">
              <a:defRPr sz="1950" b="0">
                <a:solidFill>
                  <a:srgbClr val="D7E0D5"/>
                </a:solidFill>
                <a:latin typeface="Arial"/>
                <a:ea typeface="Arial"/>
                <a:cs typeface="Arial"/>
              </a:defRPr>
            </a:lvl4pPr>
            <a:lvl5pPr algn="l">
              <a:defRPr sz="1950" b="0">
                <a:solidFill>
                  <a:srgbClr val="D7E0D5"/>
                </a:solidFill>
                <a:latin typeface="Arial"/>
                <a:ea typeface="Arial"/>
                <a:cs typeface="Arial"/>
              </a:defRPr>
            </a:lvl5pPr>
            <a:lvl6pPr algn="l">
              <a:defRPr sz="1950" b="0">
                <a:solidFill>
                  <a:srgbClr val="D7E0D5"/>
                </a:solidFill>
                <a:latin typeface="Arial"/>
                <a:ea typeface="Arial"/>
                <a:cs typeface="Arial"/>
              </a:defRPr>
            </a:lvl6pPr>
            <a:lvl7pPr algn="l">
              <a:defRPr sz="1950" b="0">
                <a:solidFill>
                  <a:srgbClr val="D7E0D5"/>
                </a:solidFill>
                <a:latin typeface="Arial"/>
                <a:ea typeface="Arial"/>
                <a:cs typeface="Arial"/>
              </a:defRPr>
            </a:lvl7pPr>
            <a:lvl8pPr algn="l">
              <a:defRPr sz="1950" b="0">
                <a:solidFill>
                  <a:srgbClr val="D7E0D5"/>
                </a:solidFill>
                <a:latin typeface="Arial"/>
                <a:ea typeface="Arial"/>
                <a:cs typeface="Arial"/>
              </a:defRPr>
            </a:lvl8pPr>
            <a:lvl9pPr algn="l">
              <a:defRPr sz="1950" b="0">
                <a:solidFill>
                  <a:srgbClr val="D7E0D5"/>
                </a:solidFill>
                <a:latin typeface="Arial"/>
                <a:ea typeface="Arial"/>
                <a:cs typeface="Arial"/>
              </a:defRPr>
            </a:lvl9pPr>
          </a:lstStyle>
          <a:p xmlns:a="http://schemas.openxmlformats.org/drawingml/2006/main">
            <a:pPr algn="l">
              <a:defRPr sz="1950" b="0">
                <a:solidFill>
                  <a:srgbClr val="D7E0D5"/>
                </a:solidFill>
                <a:latin typeface="Arial"/>
                <a:ea typeface="Arial"/>
                <a:cs typeface="Arial"/>
              </a:defRPr>
            </a:pPr>
            <a:r>
              <a:rPr sz="1950" b="0">
                <a:solidFill>
                  <a:srgbClr val="D7E0D5"/>
                </a:solidFill>
                <a:latin typeface="Arial"/>
                <a:ea typeface="Arial"/>
                <a:cs typeface="Arial"/>
              </a:rPr>
              <a:t>Sell, hold or split support for</a:t>
            </a:r>
          </a:p>
          <a:p xmlns:a="http://schemas.openxmlformats.org/drawingml/2006/main">
            <a:pPr algn="l">
              <a:defRPr sz="1950" b="0">
                <a:solidFill>
                  <a:srgbClr val="D7E0D5"/>
                </a:solidFill>
                <a:latin typeface="Arial"/>
                <a:ea typeface="Arial"/>
                <a:cs typeface="Arial"/>
              </a:defRPr>
            </a:pPr>
            <a:r>
              <a:rPr sz="1950" b="0">
                <a:solidFill>
                  <a:srgbClr val="D7E0D5"/>
                </a:solidFill>
                <a:latin typeface="Arial"/>
                <a:ea typeface="Arial"/>
                <a:cs typeface="Arial"/>
              </a:rPr>
              <a:t>Kenya’s smallholder maize farmers</a:t>
            </a:r>
          </a:p>
        </p:txBody>
      </p:sp>
      <p:sp>
        <p:nvSpPr>
          <p:cNvPr id="5" name="cover-footer-rule">
            <a:extLst xmlns:a="http://schemas.openxmlformats.org/drawingml/2006/main">
              <a:ext uri="{FF2B5EF4-FFF2-40B4-BE49-F238E27FC236}">
                <a16:creationId xmlns:a16="http://schemas.microsoft.com/office/drawing/2014/main" id="{81D647C2-F17C-4AC3-9432-6903CF5356EC}"/>
              </a:ext>
            </a:extLst>
          </p:cNvPr>
          <p:cNvSpPr>
            <a:spLocks xmlns:a="http://schemas.openxmlformats.org/drawingml/2006/main" noGrp="1"/>
          </p:cNvSpPr>
          <p:nvPr/>
        </p:nvSpPr>
        <p:spPr>
          <a:xfrm xmlns:a="http://schemas.openxmlformats.org/drawingml/2006/main">
            <a:off x="781050" y="5743575"/>
            <a:ext cx="10572750" cy="0"/>
          </a:xfrm>
          <a:prstGeom xmlns:a="http://schemas.openxmlformats.org/drawingml/2006/main" prst="line">
            <a:avLst/>
          </a:prstGeom>
          <a:noFill xmlns:a="http://schemas.openxmlformats.org/drawingml/2006/main"/>
          <a:ln xmlns:a="http://schemas.openxmlformats.org/drawingml/2006/main" w="9525">
            <a:solidFill>
              <a:srgbClr val="4D6654"/>
            </a:solidFill>
            <a:prstDash val="solid"/>
          </a:ln>
        </p:spPr>
      </p:sp>
      <p:sp>
        <p:nvSpPr>
          <p:cNvPr id="6" name="cover-footer-left">
            <a:extLst xmlns:a="http://schemas.openxmlformats.org/drawingml/2006/main">
              <a:ext uri="{FF2B5EF4-FFF2-40B4-BE49-F238E27FC236}">
                <a16:creationId xmlns:a16="http://schemas.microsoft.com/office/drawing/2014/main" id="{093802B3-C112-412C-9F76-7C0A50772D36}"/>
              </a:ext>
            </a:extLst>
          </p:cNvPr>
          <p:cNvSpPr>
            <a:spLocks xmlns:a="http://schemas.openxmlformats.org/drawingml/2006/main" noGrp="1"/>
          </p:cNvSpPr>
          <p:nvPr/>
        </p:nvSpPr>
        <p:spPr>
          <a:xfrm xmlns:a="http://schemas.openxmlformats.org/drawingml/2006/main">
            <a:off x="781050" y="595312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C4D0C2"/>
                </a:solidFill>
                <a:latin typeface="Arial"/>
                <a:ea typeface="Arial"/>
                <a:cs typeface="Arial"/>
              </a:defRPr>
            </a:defPPr>
            <a:lvl1pPr algn="l">
              <a:defRPr sz="1125" b="0">
                <a:solidFill>
                  <a:srgbClr val="C4D0C2"/>
                </a:solidFill>
                <a:latin typeface="Arial"/>
                <a:ea typeface="Arial"/>
                <a:cs typeface="Arial"/>
              </a:defRPr>
            </a:lvl1pPr>
            <a:lvl2pPr algn="l">
              <a:defRPr sz="1125" b="0">
                <a:solidFill>
                  <a:srgbClr val="C4D0C2"/>
                </a:solidFill>
                <a:latin typeface="Arial"/>
                <a:ea typeface="Arial"/>
                <a:cs typeface="Arial"/>
              </a:defRPr>
            </a:lvl2pPr>
            <a:lvl3pPr algn="l">
              <a:defRPr sz="1125" b="0">
                <a:solidFill>
                  <a:srgbClr val="C4D0C2"/>
                </a:solidFill>
                <a:latin typeface="Arial"/>
                <a:ea typeface="Arial"/>
                <a:cs typeface="Arial"/>
              </a:defRPr>
            </a:lvl3pPr>
            <a:lvl4pPr algn="l">
              <a:defRPr sz="1125" b="0">
                <a:solidFill>
                  <a:srgbClr val="C4D0C2"/>
                </a:solidFill>
                <a:latin typeface="Arial"/>
                <a:ea typeface="Arial"/>
                <a:cs typeface="Arial"/>
              </a:defRPr>
            </a:lvl4pPr>
            <a:lvl5pPr algn="l">
              <a:defRPr sz="1125" b="0">
                <a:solidFill>
                  <a:srgbClr val="C4D0C2"/>
                </a:solidFill>
                <a:latin typeface="Arial"/>
                <a:ea typeface="Arial"/>
                <a:cs typeface="Arial"/>
              </a:defRPr>
            </a:lvl5pPr>
            <a:lvl6pPr algn="l">
              <a:defRPr sz="1125" b="0">
                <a:solidFill>
                  <a:srgbClr val="C4D0C2"/>
                </a:solidFill>
                <a:latin typeface="Arial"/>
                <a:ea typeface="Arial"/>
                <a:cs typeface="Arial"/>
              </a:defRPr>
            </a:lvl6pPr>
            <a:lvl7pPr algn="l">
              <a:defRPr sz="1125" b="0">
                <a:solidFill>
                  <a:srgbClr val="C4D0C2"/>
                </a:solidFill>
                <a:latin typeface="Arial"/>
                <a:ea typeface="Arial"/>
                <a:cs typeface="Arial"/>
              </a:defRPr>
            </a:lvl7pPr>
            <a:lvl8pPr algn="l">
              <a:defRPr sz="1125" b="0">
                <a:solidFill>
                  <a:srgbClr val="C4D0C2"/>
                </a:solidFill>
                <a:latin typeface="Arial"/>
                <a:ea typeface="Arial"/>
                <a:cs typeface="Arial"/>
              </a:defRPr>
            </a:lvl8pPr>
            <a:lvl9pPr algn="l">
              <a:defRPr sz="1125" b="0">
                <a:solidFill>
                  <a:srgbClr val="C4D0C2"/>
                </a:solidFill>
                <a:latin typeface="Arial"/>
                <a:ea typeface="Arial"/>
                <a:cs typeface="Arial"/>
              </a:defRPr>
            </a:lvl9pPr>
          </a:lstStyle>
          <a:p xmlns:a="http://schemas.openxmlformats.org/drawingml/2006/main">
            <a:pPr algn="l">
              <a:defRPr sz="1125" b="0">
                <a:solidFill>
                  <a:srgbClr val="C4D0C2"/>
                </a:solidFill>
                <a:latin typeface="Arial"/>
                <a:ea typeface="Arial"/>
                <a:cs typeface="Arial"/>
              </a:defRPr>
            </a:pPr>
            <a:r>
              <a:rPr sz="1125" b="0">
                <a:solidFill>
                  <a:srgbClr val="C4D0C2"/>
                </a:solidFill>
                <a:latin typeface="Arial"/>
                <a:ea typeface="Arial"/>
                <a:cs typeface="Arial"/>
              </a:rPr>
              <a:t>Compare today’s offer with market, weather and storage risk</a:t>
            </a:r>
          </a:p>
        </p:txBody>
      </p:sp>
      <p:sp>
        <p:nvSpPr>
          <p:cNvPr id="7" name="cover-footer-right">
            <a:extLst xmlns:a="http://schemas.openxmlformats.org/drawingml/2006/main">
              <a:ext uri="{FF2B5EF4-FFF2-40B4-BE49-F238E27FC236}">
                <a16:creationId xmlns:a16="http://schemas.microsoft.com/office/drawing/2014/main" id="{4C01997F-6A4C-4E98-A436-70E92DD28152}"/>
              </a:ext>
            </a:extLst>
          </p:cNvPr>
          <p:cNvSpPr>
            <a:spLocks xmlns:a="http://schemas.openxmlformats.org/drawingml/2006/main" noGrp="1"/>
          </p:cNvSpPr>
          <p:nvPr/>
        </p:nvSpPr>
        <p:spPr>
          <a:xfrm xmlns:a="http://schemas.openxmlformats.org/drawingml/2006/main">
            <a:off x="8572500" y="5953125"/>
            <a:ext cx="278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D9C99F"/>
                </a:solidFill>
                <a:latin typeface="Arial"/>
                <a:ea typeface="Arial"/>
                <a:cs typeface="Arial"/>
              </a:defRPr>
            </a:defPPr>
            <a:lvl1pPr algn="r">
              <a:defRPr sz="975" b="1">
                <a:solidFill>
                  <a:srgbClr val="D9C99F"/>
                </a:solidFill>
                <a:latin typeface="Arial"/>
                <a:ea typeface="Arial"/>
                <a:cs typeface="Arial"/>
              </a:defRPr>
            </a:lvl1pPr>
            <a:lvl2pPr algn="r">
              <a:defRPr sz="975" b="1">
                <a:solidFill>
                  <a:srgbClr val="D9C99F"/>
                </a:solidFill>
                <a:latin typeface="Arial"/>
                <a:ea typeface="Arial"/>
                <a:cs typeface="Arial"/>
              </a:defRPr>
            </a:lvl2pPr>
            <a:lvl3pPr algn="r">
              <a:defRPr sz="975" b="1">
                <a:solidFill>
                  <a:srgbClr val="D9C99F"/>
                </a:solidFill>
                <a:latin typeface="Arial"/>
                <a:ea typeface="Arial"/>
                <a:cs typeface="Arial"/>
              </a:defRPr>
            </a:lvl3pPr>
            <a:lvl4pPr algn="r">
              <a:defRPr sz="975" b="1">
                <a:solidFill>
                  <a:srgbClr val="D9C99F"/>
                </a:solidFill>
                <a:latin typeface="Arial"/>
                <a:ea typeface="Arial"/>
                <a:cs typeface="Arial"/>
              </a:defRPr>
            </a:lvl4pPr>
            <a:lvl5pPr algn="r">
              <a:defRPr sz="975" b="1">
                <a:solidFill>
                  <a:srgbClr val="D9C99F"/>
                </a:solidFill>
                <a:latin typeface="Arial"/>
                <a:ea typeface="Arial"/>
                <a:cs typeface="Arial"/>
              </a:defRPr>
            </a:lvl5pPr>
            <a:lvl6pPr algn="r">
              <a:defRPr sz="975" b="1">
                <a:solidFill>
                  <a:srgbClr val="D9C99F"/>
                </a:solidFill>
                <a:latin typeface="Arial"/>
                <a:ea typeface="Arial"/>
                <a:cs typeface="Arial"/>
              </a:defRPr>
            </a:lvl6pPr>
            <a:lvl7pPr algn="r">
              <a:defRPr sz="975" b="1">
                <a:solidFill>
                  <a:srgbClr val="D9C99F"/>
                </a:solidFill>
                <a:latin typeface="Arial"/>
                <a:ea typeface="Arial"/>
                <a:cs typeface="Arial"/>
              </a:defRPr>
            </a:lvl7pPr>
            <a:lvl8pPr algn="r">
              <a:defRPr sz="975" b="1">
                <a:solidFill>
                  <a:srgbClr val="D9C99F"/>
                </a:solidFill>
                <a:latin typeface="Arial"/>
                <a:ea typeface="Arial"/>
                <a:cs typeface="Arial"/>
              </a:defRPr>
            </a:lvl8pPr>
            <a:lvl9pPr algn="r">
              <a:defRPr sz="975" b="1">
                <a:solidFill>
                  <a:srgbClr val="D9C99F"/>
                </a:solidFill>
                <a:latin typeface="Arial"/>
                <a:ea typeface="Arial"/>
                <a:cs typeface="Arial"/>
              </a:defRPr>
            </a:lvl9pPr>
          </a:lstStyle>
          <a:p xmlns:a="http://schemas.openxmlformats.org/drawingml/2006/main">
            <a:pPr algn="r">
              <a:defRPr sz="975" b="1">
                <a:solidFill>
                  <a:srgbClr val="D9C99F"/>
                </a:solidFill>
                <a:latin typeface="Arial"/>
                <a:ea typeface="Arial"/>
                <a:cs typeface="Arial"/>
              </a:defRPr>
            </a:pPr>
            <a:r>
              <a:rPr sz="975" b="1">
                <a:solidFill>
                  <a:srgbClr val="D9C99F"/>
                </a:solidFill>
                <a:latin typeface="Arial"/>
                <a:ea typeface="Arial"/>
                <a:cs typeface="Arial"/>
              </a:rPr>
              <a:t>24 OCTOBER 2026</a:t>
            </a:r>
          </a:p>
        </p:txBody>
      </p:sp>
    </p:spTree>
    <p:extLst>
      <p:ext uri="{BB962C8B-B14F-4D97-AF65-F5344CB8AC3E}">
        <p14:creationId xmlns:p14="http://schemas.microsoft.com/office/powerpoint/2010/main" val="827664359"/>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21" name="slide-2-index">
            <a:extLst xmlns:a="http://schemas.openxmlformats.org/drawingml/2006/main">
              <a:ext uri="{FF2B5EF4-FFF2-40B4-BE49-F238E27FC236}">
                <a16:creationId xmlns:a16="http://schemas.microsoft.com/office/drawing/2014/main" id="{F00E22BC-410C-45A6-8859-47C9DC1E59D4}"/>
              </a:ext>
            </a:extLst>
          </p:cNvPr>
          <p:cNvSpPr>
            <a:spLocks xmlns:a="http://schemas.openxmlformats.org/drawingml/2006/main" noGrp="1"/>
          </p:cNvSpPr>
          <p:nvPr/>
        </p:nvSpPr>
        <p:spPr>
          <a:xfrm xmlns:a="http://schemas.openxmlformats.org/drawingml/2006/main">
            <a:off x="742950" y="4667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44724E"/>
                </a:solidFill>
                <a:latin typeface="Arial"/>
                <a:ea typeface="Arial"/>
                <a:cs typeface="Arial"/>
              </a:defRPr>
            </a:defPPr>
            <a:lvl1pPr algn="l">
              <a:defRPr sz="900" b="1">
                <a:solidFill>
                  <a:srgbClr val="44724E"/>
                </a:solidFill>
                <a:latin typeface="Arial"/>
                <a:ea typeface="Arial"/>
                <a:cs typeface="Arial"/>
              </a:defRPr>
            </a:lvl1pPr>
            <a:lvl2pPr algn="l">
              <a:defRPr sz="900" b="1">
                <a:solidFill>
                  <a:srgbClr val="44724E"/>
                </a:solidFill>
                <a:latin typeface="Arial"/>
                <a:ea typeface="Arial"/>
                <a:cs typeface="Arial"/>
              </a:defRPr>
            </a:lvl2pPr>
            <a:lvl3pPr algn="l">
              <a:defRPr sz="900" b="1">
                <a:solidFill>
                  <a:srgbClr val="44724E"/>
                </a:solidFill>
                <a:latin typeface="Arial"/>
                <a:ea typeface="Arial"/>
                <a:cs typeface="Arial"/>
              </a:defRPr>
            </a:lvl3pPr>
            <a:lvl4pPr algn="l">
              <a:defRPr sz="900" b="1">
                <a:solidFill>
                  <a:srgbClr val="44724E"/>
                </a:solidFill>
                <a:latin typeface="Arial"/>
                <a:ea typeface="Arial"/>
                <a:cs typeface="Arial"/>
              </a:defRPr>
            </a:lvl4pPr>
            <a:lvl5pPr algn="l">
              <a:defRPr sz="900" b="1">
                <a:solidFill>
                  <a:srgbClr val="44724E"/>
                </a:solidFill>
                <a:latin typeface="Arial"/>
                <a:ea typeface="Arial"/>
                <a:cs typeface="Arial"/>
              </a:defRPr>
            </a:lvl5pPr>
            <a:lvl6pPr algn="l">
              <a:defRPr sz="900" b="1">
                <a:solidFill>
                  <a:srgbClr val="44724E"/>
                </a:solidFill>
                <a:latin typeface="Arial"/>
                <a:ea typeface="Arial"/>
                <a:cs typeface="Arial"/>
              </a:defRPr>
            </a:lvl6pPr>
            <a:lvl7pPr algn="l">
              <a:defRPr sz="900" b="1">
                <a:solidFill>
                  <a:srgbClr val="44724E"/>
                </a:solidFill>
                <a:latin typeface="Arial"/>
                <a:ea typeface="Arial"/>
                <a:cs typeface="Arial"/>
              </a:defRPr>
            </a:lvl7pPr>
            <a:lvl8pPr algn="l">
              <a:defRPr sz="900" b="1">
                <a:solidFill>
                  <a:srgbClr val="44724E"/>
                </a:solidFill>
                <a:latin typeface="Arial"/>
                <a:ea typeface="Arial"/>
                <a:cs typeface="Arial"/>
              </a:defRPr>
            </a:lvl8pPr>
            <a:lvl9pPr algn="l">
              <a:defRPr sz="900" b="1">
                <a:solidFill>
                  <a:srgbClr val="44724E"/>
                </a:solidFill>
                <a:latin typeface="Arial"/>
                <a:ea typeface="Arial"/>
                <a:cs typeface="Arial"/>
              </a:defRPr>
            </a:lvl9pPr>
          </a:lstStyle>
          <a:p xmlns:a="http://schemas.openxmlformats.org/drawingml/2006/main">
            <a:pPr algn="l">
              <a:defRPr sz="900" b="1">
                <a:solidFill>
                  <a:srgbClr val="44724E"/>
                </a:solidFill>
                <a:latin typeface="Arial"/>
                <a:ea typeface="Arial"/>
                <a:cs typeface="Arial"/>
              </a:defRPr>
            </a:pPr>
            <a:r>
              <a:rPr sz="900" b="1">
                <a:solidFill>
                  <a:srgbClr val="44724E"/>
                </a:solidFill>
                <a:latin typeface="Arial"/>
                <a:ea typeface="Arial"/>
                <a:cs typeface="Arial"/>
              </a:rPr>
              <a:t>OPEN AGENT MAIZE   /   02</a:t>
            </a:r>
          </a:p>
        </p:txBody>
      </p:sp>
      <p:sp>
        <p:nvSpPr>
          <p:cNvPr id="2" name="slide-2-title">
            <a:extLst xmlns:a="http://schemas.openxmlformats.org/drawingml/2006/main">
              <a:ext uri="{FF2B5EF4-FFF2-40B4-BE49-F238E27FC236}">
                <a16:creationId xmlns:a16="http://schemas.microsoft.com/office/drawing/2014/main" id="{56668EA9-AAD6-4ACE-88A7-4352D9B05103}"/>
              </a:ext>
            </a:extLst>
          </p:cNvPr>
          <p:cNvSpPr>
            <a:spLocks xmlns:a="http://schemas.openxmlformats.org/drawingml/2006/main" noGrp="1"/>
          </p:cNvSpPr>
          <p:nvPr/>
        </p:nvSpPr>
        <p:spPr>
          <a:xfrm xmlns:a="http://schemas.openxmlformats.org/drawingml/2006/main">
            <a:off x="742950" y="790575"/>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75" b="0">
                <a:solidFill>
                  <a:srgbClr val="183525"/>
                </a:solidFill>
                <a:latin typeface="Georgia"/>
                <a:ea typeface="Georgia"/>
                <a:cs typeface="Georgia"/>
              </a:defRPr>
            </a:defPPr>
            <a:lvl1pPr algn="l">
              <a:defRPr sz="3675" b="0">
                <a:solidFill>
                  <a:srgbClr val="183525"/>
                </a:solidFill>
                <a:latin typeface="Georgia"/>
                <a:ea typeface="Georgia"/>
                <a:cs typeface="Georgia"/>
              </a:defRPr>
            </a:lvl1pPr>
            <a:lvl2pPr algn="l">
              <a:defRPr sz="3675" b="0">
                <a:solidFill>
                  <a:srgbClr val="183525"/>
                </a:solidFill>
                <a:latin typeface="Georgia"/>
                <a:ea typeface="Georgia"/>
                <a:cs typeface="Georgia"/>
              </a:defRPr>
            </a:lvl2pPr>
            <a:lvl3pPr algn="l">
              <a:defRPr sz="3675" b="0">
                <a:solidFill>
                  <a:srgbClr val="183525"/>
                </a:solidFill>
                <a:latin typeface="Georgia"/>
                <a:ea typeface="Georgia"/>
                <a:cs typeface="Georgia"/>
              </a:defRPr>
            </a:lvl3pPr>
            <a:lvl4pPr algn="l">
              <a:defRPr sz="3675" b="0">
                <a:solidFill>
                  <a:srgbClr val="183525"/>
                </a:solidFill>
                <a:latin typeface="Georgia"/>
                <a:ea typeface="Georgia"/>
                <a:cs typeface="Georgia"/>
              </a:defRPr>
            </a:lvl4pPr>
            <a:lvl5pPr algn="l">
              <a:defRPr sz="3675" b="0">
                <a:solidFill>
                  <a:srgbClr val="183525"/>
                </a:solidFill>
                <a:latin typeface="Georgia"/>
                <a:ea typeface="Georgia"/>
                <a:cs typeface="Georgia"/>
              </a:defRPr>
            </a:lvl5pPr>
            <a:lvl6pPr algn="l">
              <a:defRPr sz="3675" b="0">
                <a:solidFill>
                  <a:srgbClr val="183525"/>
                </a:solidFill>
                <a:latin typeface="Georgia"/>
                <a:ea typeface="Georgia"/>
                <a:cs typeface="Georgia"/>
              </a:defRPr>
            </a:lvl6pPr>
            <a:lvl7pPr algn="l">
              <a:defRPr sz="3675" b="0">
                <a:solidFill>
                  <a:srgbClr val="183525"/>
                </a:solidFill>
                <a:latin typeface="Georgia"/>
                <a:ea typeface="Georgia"/>
                <a:cs typeface="Georgia"/>
              </a:defRPr>
            </a:lvl7pPr>
            <a:lvl8pPr algn="l">
              <a:defRPr sz="3675" b="0">
                <a:solidFill>
                  <a:srgbClr val="183525"/>
                </a:solidFill>
                <a:latin typeface="Georgia"/>
                <a:ea typeface="Georgia"/>
                <a:cs typeface="Georgia"/>
              </a:defRPr>
            </a:lvl8pPr>
            <a:lvl9pPr algn="l">
              <a:defRPr sz="3675" b="0">
                <a:solidFill>
                  <a:srgbClr val="183525"/>
                </a:solidFill>
                <a:latin typeface="Georgia"/>
                <a:ea typeface="Georgia"/>
                <a:cs typeface="Georgia"/>
              </a:defRPr>
            </a:lvl9pPr>
          </a:lstStyle>
          <a:p xmlns:a="http://schemas.openxmlformats.org/drawingml/2006/main">
            <a:pPr algn="l">
              <a:defRPr sz="3675" b="0">
                <a:solidFill>
                  <a:srgbClr val="183525"/>
                </a:solidFill>
                <a:latin typeface="Georgia"/>
                <a:ea typeface="Georgia"/>
                <a:cs typeface="Georgia"/>
              </a:defRPr>
            </a:pPr>
            <a:r>
              <a:rPr sz="3675" b="0">
                <a:solidFill>
                  <a:srgbClr val="183525"/>
                </a:solidFill>
                <a:latin typeface="Georgia"/>
                <a:ea typeface="Georgia"/>
                <a:cs typeface="Georgia"/>
              </a:rPr>
              <a:t>A sale decision has more than one price</a:t>
            </a:r>
          </a:p>
        </p:txBody>
      </p:sp>
      <p:sp>
        <p:nvSpPr>
          <p:cNvPr id="3" name="slide-2-subtitle">
            <a:extLst xmlns:a="http://schemas.openxmlformats.org/drawingml/2006/main">
              <a:ext uri="{FF2B5EF4-FFF2-40B4-BE49-F238E27FC236}">
                <a16:creationId xmlns:a16="http://schemas.microsoft.com/office/drawing/2014/main" id="{F5A9473F-9D54-45EA-AE84-88ED05DC98AC}"/>
              </a:ext>
            </a:extLst>
          </p:cNvPr>
          <p:cNvSpPr>
            <a:spLocks xmlns:a="http://schemas.openxmlformats.org/drawingml/2006/main" noGrp="1"/>
          </p:cNvSpPr>
          <p:nvPr/>
        </p:nvSpPr>
        <p:spPr>
          <a:xfrm xmlns:a="http://schemas.openxmlformats.org/drawingml/2006/main">
            <a:off x="762000" y="15049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9766B"/>
                </a:solidFill>
                <a:latin typeface="Arial"/>
                <a:ea typeface="Arial"/>
                <a:cs typeface="Arial"/>
              </a:defRPr>
            </a:defPPr>
            <a:lvl1pPr algn="l">
              <a:defRPr sz="1500" b="0">
                <a:solidFill>
                  <a:srgbClr val="69766B"/>
                </a:solidFill>
                <a:latin typeface="Arial"/>
                <a:ea typeface="Arial"/>
                <a:cs typeface="Arial"/>
              </a:defRPr>
            </a:lvl1pPr>
            <a:lvl2pPr algn="l">
              <a:defRPr sz="1500" b="0">
                <a:solidFill>
                  <a:srgbClr val="69766B"/>
                </a:solidFill>
                <a:latin typeface="Arial"/>
                <a:ea typeface="Arial"/>
                <a:cs typeface="Arial"/>
              </a:defRPr>
            </a:lvl2pPr>
            <a:lvl3pPr algn="l">
              <a:defRPr sz="1500" b="0">
                <a:solidFill>
                  <a:srgbClr val="69766B"/>
                </a:solidFill>
                <a:latin typeface="Arial"/>
                <a:ea typeface="Arial"/>
                <a:cs typeface="Arial"/>
              </a:defRPr>
            </a:lvl3pPr>
            <a:lvl4pPr algn="l">
              <a:defRPr sz="1500" b="0">
                <a:solidFill>
                  <a:srgbClr val="69766B"/>
                </a:solidFill>
                <a:latin typeface="Arial"/>
                <a:ea typeface="Arial"/>
                <a:cs typeface="Arial"/>
              </a:defRPr>
            </a:lvl4pPr>
            <a:lvl5pPr algn="l">
              <a:defRPr sz="1500" b="0">
                <a:solidFill>
                  <a:srgbClr val="69766B"/>
                </a:solidFill>
                <a:latin typeface="Arial"/>
                <a:ea typeface="Arial"/>
                <a:cs typeface="Arial"/>
              </a:defRPr>
            </a:lvl5pPr>
            <a:lvl6pPr algn="l">
              <a:defRPr sz="1500" b="0">
                <a:solidFill>
                  <a:srgbClr val="69766B"/>
                </a:solidFill>
                <a:latin typeface="Arial"/>
                <a:ea typeface="Arial"/>
                <a:cs typeface="Arial"/>
              </a:defRPr>
            </a:lvl6pPr>
            <a:lvl7pPr algn="l">
              <a:defRPr sz="1500" b="0">
                <a:solidFill>
                  <a:srgbClr val="69766B"/>
                </a:solidFill>
                <a:latin typeface="Arial"/>
                <a:ea typeface="Arial"/>
                <a:cs typeface="Arial"/>
              </a:defRPr>
            </a:lvl7pPr>
            <a:lvl8pPr algn="l">
              <a:defRPr sz="1500" b="0">
                <a:solidFill>
                  <a:srgbClr val="69766B"/>
                </a:solidFill>
                <a:latin typeface="Arial"/>
                <a:ea typeface="Arial"/>
                <a:cs typeface="Arial"/>
              </a:defRPr>
            </a:lvl8pPr>
            <a:lvl9pPr algn="l">
              <a:defRPr sz="1500" b="0">
                <a:solidFill>
                  <a:srgbClr val="69766B"/>
                </a:solidFill>
                <a:latin typeface="Arial"/>
                <a:ea typeface="Arial"/>
                <a:cs typeface="Arial"/>
              </a:defRPr>
            </a:lvl9pPr>
          </a:lstStyle>
          <a:p xmlns:a="http://schemas.openxmlformats.org/drawingml/2006/main">
            <a:pPr algn="l">
              <a:defRPr sz="1500" b="0">
                <a:solidFill>
                  <a:srgbClr val="69766B"/>
                </a:solidFill>
                <a:latin typeface="Arial"/>
                <a:ea typeface="Arial"/>
                <a:cs typeface="Arial"/>
              </a:defRPr>
            </a:pPr>
            <a:r>
              <a:rPr sz="1500" b="0">
                <a:solidFill>
                  <a:srgbClr val="69766B"/>
                </a:solidFill>
                <a:latin typeface="Arial"/>
                <a:ea typeface="Arial"/>
                <a:cs typeface="Arial"/>
              </a:rPr>
              <a:t>The same bag can earn cash today or lose value while it waits.</a:t>
            </a:r>
          </a:p>
        </p:txBody>
      </p:sp>
      <p:sp>
        <p:nvSpPr>
          <p:cNvPr id="4" name="slide-2-header-rule">
            <a:extLst xmlns:a="http://schemas.openxmlformats.org/drawingml/2006/main">
              <a:ext uri="{FF2B5EF4-FFF2-40B4-BE49-F238E27FC236}">
                <a16:creationId xmlns:a16="http://schemas.microsoft.com/office/drawing/2014/main" id="{2BDF9EFC-8B83-46AC-8099-B1CFBFCD5336}"/>
              </a:ext>
            </a:extLst>
          </p:cNvPr>
          <p:cNvSpPr>
            <a:spLocks xmlns:a="http://schemas.openxmlformats.org/drawingml/2006/main" noGrp="1"/>
          </p:cNvSpPr>
          <p:nvPr/>
        </p:nvSpPr>
        <p:spPr>
          <a:xfrm xmlns:a="http://schemas.openxmlformats.org/drawingml/2006/main">
            <a:off x="742950" y="2009775"/>
            <a:ext cx="107061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5" name="problem-statement">
            <a:extLst xmlns:a="http://schemas.openxmlformats.org/drawingml/2006/main">
              <a:ext uri="{FF2B5EF4-FFF2-40B4-BE49-F238E27FC236}">
                <a16:creationId xmlns:a16="http://schemas.microsoft.com/office/drawing/2014/main" id="{A0A3B30C-BA2F-4FBB-85FA-26DDDDE03DCE}"/>
              </a:ext>
            </a:extLst>
          </p:cNvPr>
          <p:cNvSpPr>
            <a:spLocks xmlns:a="http://schemas.openxmlformats.org/drawingml/2006/main" noGrp="1"/>
          </p:cNvSpPr>
          <p:nvPr/>
        </p:nvSpPr>
        <p:spPr>
          <a:xfrm xmlns:a="http://schemas.openxmlformats.org/drawingml/2006/main">
            <a:off x="762000" y="2438400"/>
            <a:ext cx="4667250" cy="1800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0">
                <a:solidFill>
                  <a:srgbClr val="183525"/>
                </a:solidFill>
                <a:latin typeface="Georgia"/>
                <a:ea typeface="Georgia"/>
                <a:cs typeface="Georgia"/>
              </a:defRPr>
            </a:defPPr>
            <a:lvl1pPr algn="l">
              <a:defRPr sz="2550" b="0">
                <a:solidFill>
                  <a:srgbClr val="183525"/>
                </a:solidFill>
                <a:latin typeface="Georgia"/>
                <a:ea typeface="Georgia"/>
                <a:cs typeface="Georgia"/>
              </a:defRPr>
            </a:lvl1pPr>
            <a:lvl2pPr algn="l">
              <a:defRPr sz="2550" b="0">
                <a:solidFill>
                  <a:srgbClr val="183525"/>
                </a:solidFill>
                <a:latin typeface="Georgia"/>
                <a:ea typeface="Georgia"/>
                <a:cs typeface="Georgia"/>
              </a:defRPr>
            </a:lvl2pPr>
            <a:lvl3pPr algn="l">
              <a:defRPr sz="2550" b="0">
                <a:solidFill>
                  <a:srgbClr val="183525"/>
                </a:solidFill>
                <a:latin typeface="Georgia"/>
                <a:ea typeface="Georgia"/>
                <a:cs typeface="Georgia"/>
              </a:defRPr>
            </a:lvl3pPr>
            <a:lvl4pPr algn="l">
              <a:defRPr sz="2550" b="0">
                <a:solidFill>
                  <a:srgbClr val="183525"/>
                </a:solidFill>
                <a:latin typeface="Georgia"/>
                <a:ea typeface="Georgia"/>
                <a:cs typeface="Georgia"/>
              </a:defRPr>
            </a:lvl4pPr>
            <a:lvl5pPr algn="l">
              <a:defRPr sz="2550" b="0">
                <a:solidFill>
                  <a:srgbClr val="183525"/>
                </a:solidFill>
                <a:latin typeface="Georgia"/>
                <a:ea typeface="Georgia"/>
                <a:cs typeface="Georgia"/>
              </a:defRPr>
            </a:lvl5pPr>
            <a:lvl6pPr algn="l">
              <a:defRPr sz="2550" b="0">
                <a:solidFill>
                  <a:srgbClr val="183525"/>
                </a:solidFill>
                <a:latin typeface="Georgia"/>
                <a:ea typeface="Georgia"/>
                <a:cs typeface="Georgia"/>
              </a:defRPr>
            </a:lvl6pPr>
            <a:lvl7pPr algn="l">
              <a:defRPr sz="2550" b="0">
                <a:solidFill>
                  <a:srgbClr val="183525"/>
                </a:solidFill>
                <a:latin typeface="Georgia"/>
                <a:ea typeface="Georgia"/>
                <a:cs typeface="Georgia"/>
              </a:defRPr>
            </a:lvl7pPr>
            <a:lvl8pPr algn="l">
              <a:defRPr sz="2550" b="0">
                <a:solidFill>
                  <a:srgbClr val="183525"/>
                </a:solidFill>
                <a:latin typeface="Georgia"/>
                <a:ea typeface="Georgia"/>
                <a:cs typeface="Georgia"/>
              </a:defRPr>
            </a:lvl8pPr>
            <a:lvl9pPr algn="l">
              <a:defRPr sz="2550" b="0">
                <a:solidFill>
                  <a:srgbClr val="183525"/>
                </a:solidFill>
                <a:latin typeface="Georgia"/>
                <a:ea typeface="Georgia"/>
                <a:cs typeface="Georgia"/>
              </a:defRPr>
            </a:lvl9pPr>
          </a:lstStyle>
          <a:p xmlns:a="http://schemas.openxmlformats.org/drawingml/2006/main">
            <a:pPr algn="l">
              <a:defRPr sz="2550" b="0">
                <a:solidFill>
                  <a:srgbClr val="183525"/>
                </a:solidFill>
                <a:latin typeface="Georgia"/>
                <a:ea typeface="Georgia"/>
                <a:cs typeface="Georgia"/>
              </a:defRPr>
            </a:pPr>
            <a:r>
              <a:rPr sz="2550" b="0">
                <a:solidFill>
                  <a:srgbClr val="183525"/>
                </a:solidFill>
                <a:latin typeface="Georgia"/>
                <a:ea typeface="Georgia"/>
                <a:cs typeface="Georgia"/>
              </a:rPr>
              <a:t>A farmer needs to compare the buyer’s offer with the value of holding grain through the forecast.</a:t>
            </a:r>
          </a:p>
        </p:txBody>
      </p:sp>
      <p:sp>
        <p:nvSpPr>
          <p:cNvPr id="6" name="problem-user">
            <a:extLst xmlns:a="http://schemas.openxmlformats.org/drawingml/2006/main">
              <a:ext uri="{FF2B5EF4-FFF2-40B4-BE49-F238E27FC236}">
                <a16:creationId xmlns:a16="http://schemas.microsoft.com/office/drawing/2014/main" id="{7B7FF447-73DA-4931-81D3-33B0E873CCCC}"/>
              </a:ext>
            </a:extLst>
          </p:cNvPr>
          <p:cNvSpPr>
            <a:spLocks xmlns:a="http://schemas.openxmlformats.org/drawingml/2006/main" noGrp="1"/>
          </p:cNvSpPr>
          <p:nvPr/>
        </p:nvSpPr>
        <p:spPr>
          <a:xfrm xmlns:a="http://schemas.openxmlformats.org/drawingml/2006/main">
            <a:off x="762000" y="4552950"/>
            <a:ext cx="4333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9766B"/>
                </a:solidFill>
                <a:latin typeface="Arial"/>
                <a:ea typeface="Arial"/>
                <a:cs typeface="Arial"/>
              </a:defRPr>
            </a:defPPr>
            <a:lvl1pPr algn="l">
              <a:defRPr sz="1500" b="0">
                <a:solidFill>
                  <a:srgbClr val="69766B"/>
                </a:solidFill>
                <a:latin typeface="Arial"/>
                <a:ea typeface="Arial"/>
                <a:cs typeface="Arial"/>
              </a:defRPr>
            </a:lvl1pPr>
            <a:lvl2pPr algn="l">
              <a:defRPr sz="1500" b="0">
                <a:solidFill>
                  <a:srgbClr val="69766B"/>
                </a:solidFill>
                <a:latin typeface="Arial"/>
                <a:ea typeface="Arial"/>
                <a:cs typeface="Arial"/>
              </a:defRPr>
            </a:lvl2pPr>
            <a:lvl3pPr algn="l">
              <a:defRPr sz="1500" b="0">
                <a:solidFill>
                  <a:srgbClr val="69766B"/>
                </a:solidFill>
                <a:latin typeface="Arial"/>
                <a:ea typeface="Arial"/>
                <a:cs typeface="Arial"/>
              </a:defRPr>
            </a:lvl3pPr>
            <a:lvl4pPr algn="l">
              <a:defRPr sz="1500" b="0">
                <a:solidFill>
                  <a:srgbClr val="69766B"/>
                </a:solidFill>
                <a:latin typeface="Arial"/>
                <a:ea typeface="Arial"/>
                <a:cs typeface="Arial"/>
              </a:defRPr>
            </a:lvl4pPr>
            <a:lvl5pPr algn="l">
              <a:defRPr sz="1500" b="0">
                <a:solidFill>
                  <a:srgbClr val="69766B"/>
                </a:solidFill>
                <a:latin typeface="Arial"/>
                <a:ea typeface="Arial"/>
                <a:cs typeface="Arial"/>
              </a:defRPr>
            </a:lvl5pPr>
            <a:lvl6pPr algn="l">
              <a:defRPr sz="1500" b="0">
                <a:solidFill>
                  <a:srgbClr val="69766B"/>
                </a:solidFill>
                <a:latin typeface="Arial"/>
                <a:ea typeface="Arial"/>
                <a:cs typeface="Arial"/>
              </a:defRPr>
            </a:lvl6pPr>
            <a:lvl7pPr algn="l">
              <a:defRPr sz="1500" b="0">
                <a:solidFill>
                  <a:srgbClr val="69766B"/>
                </a:solidFill>
                <a:latin typeface="Arial"/>
                <a:ea typeface="Arial"/>
                <a:cs typeface="Arial"/>
              </a:defRPr>
            </a:lvl7pPr>
            <a:lvl8pPr algn="l">
              <a:defRPr sz="1500" b="0">
                <a:solidFill>
                  <a:srgbClr val="69766B"/>
                </a:solidFill>
                <a:latin typeface="Arial"/>
                <a:ea typeface="Arial"/>
                <a:cs typeface="Arial"/>
              </a:defRPr>
            </a:lvl8pPr>
            <a:lvl9pPr algn="l">
              <a:defRPr sz="1500" b="0">
                <a:solidFill>
                  <a:srgbClr val="69766B"/>
                </a:solidFill>
                <a:latin typeface="Arial"/>
                <a:ea typeface="Arial"/>
                <a:cs typeface="Arial"/>
              </a:defRPr>
            </a:lvl9pPr>
          </a:lstStyle>
          <a:p xmlns:a="http://schemas.openxmlformats.org/drawingml/2006/main">
            <a:pPr algn="l">
              <a:defRPr sz="1500" b="0">
                <a:solidFill>
                  <a:srgbClr val="69766B"/>
                </a:solidFill>
                <a:latin typeface="Arial"/>
                <a:ea typeface="Arial"/>
                <a:cs typeface="Arial"/>
              </a:defRPr>
            </a:pPr>
            <a:r>
              <a:rPr sz="1500" b="0">
                <a:solidFill>
                  <a:srgbClr val="69766B"/>
                </a:solidFill>
                <a:latin typeface="Arial"/>
                <a:ea typeface="Arial"/>
                <a:cs typeface="Arial"/>
              </a:rPr>
              <a:t>For a smallholder white-maize farmer deciding what to do with a known lot.</a:t>
            </a:r>
          </a:p>
        </p:txBody>
      </p:sp>
      <p:sp>
        <p:nvSpPr>
          <p:cNvPr id="7" name="problem-column-divider">
            <a:extLst xmlns:a="http://schemas.openxmlformats.org/drawingml/2006/main">
              <a:ext uri="{FF2B5EF4-FFF2-40B4-BE49-F238E27FC236}">
                <a16:creationId xmlns:a16="http://schemas.microsoft.com/office/drawing/2014/main" id="{DE7B4B85-35DA-4FC6-809A-96E5A5A75D1C}"/>
              </a:ext>
            </a:extLst>
          </p:cNvPr>
          <p:cNvSpPr>
            <a:spLocks xmlns:a="http://schemas.openxmlformats.org/drawingml/2006/main" noGrp="1"/>
          </p:cNvSpPr>
          <p:nvPr/>
        </p:nvSpPr>
        <p:spPr>
          <a:xfrm xmlns:a="http://schemas.openxmlformats.org/drawingml/2006/main">
            <a:off x="5829300" y="2381250"/>
            <a:ext cx="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8" name="problem-row-01-number">
            <a:extLst xmlns:a="http://schemas.openxmlformats.org/drawingml/2006/main">
              <a:ext uri="{FF2B5EF4-FFF2-40B4-BE49-F238E27FC236}">
                <a16:creationId xmlns:a16="http://schemas.microsoft.com/office/drawing/2014/main" id="{E76CB4F4-E11A-4839-82CC-3D183E2E23DD}"/>
              </a:ext>
            </a:extLst>
          </p:cNvPr>
          <p:cNvSpPr>
            <a:spLocks xmlns:a="http://schemas.openxmlformats.org/drawingml/2006/main" noGrp="1"/>
          </p:cNvSpPr>
          <p:nvPr/>
        </p:nvSpPr>
        <p:spPr>
          <a:xfrm xmlns:a="http://schemas.openxmlformats.org/drawingml/2006/main">
            <a:off x="6324600" y="2505075"/>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C78A38"/>
                </a:solidFill>
                <a:latin typeface="Arial"/>
                <a:ea typeface="Arial"/>
                <a:cs typeface="Arial"/>
              </a:defRPr>
            </a:defPPr>
            <a:lvl1pPr algn="l">
              <a:defRPr sz="1050" b="1">
                <a:solidFill>
                  <a:srgbClr val="C78A38"/>
                </a:solidFill>
                <a:latin typeface="Arial"/>
                <a:ea typeface="Arial"/>
                <a:cs typeface="Arial"/>
              </a:defRPr>
            </a:lvl1pPr>
            <a:lvl2pPr algn="l">
              <a:defRPr sz="1050" b="1">
                <a:solidFill>
                  <a:srgbClr val="C78A38"/>
                </a:solidFill>
                <a:latin typeface="Arial"/>
                <a:ea typeface="Arial"/>
                <a:cs typeface="Arial"/>
              </a:defRPr>
            </a:lvl2pPr>
            <a:lvl3pPr algn="l">
              <a:defRPr sz="1050" b="1">
                <a:solidFill>
                  <a:srgbClr val="C78A38"/>
                </a:solidFill>
                <a:latin typeface="Arial"/>
                <a:ea typeface="Arial"/>
                <a:cs typeface="Arial"/>
              </a:defRPr>
            </a:lvl3pPr>
            <a:lvl4pPr algn="l">
              <a:defRPr sz="1050" b="1">
                <a:solidFill>
                  <a:srgbClr val="C78A38"/>
                </a:solidFill>
                <a:latin typeface="Arial"/>
                <a:ea typeface="Arial"/>
                <a:cs typeface="Arial"/>
              </a:defRPr>
            </a:lvl4pPr>
            <a:lvl5pPr algn="l">
              <a:defRPr sz="1050" b="1">
                <a:solidFill>
                  <a:srgbClr val="C78A38"/>
                </a:solidFill>
                <a:latin typeface="Arial"/>
                <a:ea typeface="Arial"/>
                <a:cs typeface="Arial"/>
              </a:defRPr>
            </a:lvl5pPr>
            <a:lvl6pPr algn="l">
              <a:defRPr sz="1050" b="1">
                <a:solidFill>
                  <a:srgbClr val="C78A38"/>
                </a:solidFill>
                <a:latin typeface="Arial"/>
                <a:ea typeface="Arial"/>
                <a:cs typeface="Arial"/>
              </a:defRPr>
            </a:lvl6pPr>
            <a:lvl7pPr algn="l">
              <a:defRPr sz="1050" b="1">
                <a:solidFill>
                  <a:srgbClr val="C78A38"/>
                </a:solidFill>
                <a:latin typeface="Arial"/>
                <a:ea typeface="Arial"/>
                <a:cs typeface="Arial"/>
              </a:defRPr>
            </a:lvl7pPr>
            <a:lvl8pPr algn="l">
              <a:defRPr sz="1050" b="1">
                <a:solidFill>
                  <a:srgbClr val="C78A38"/>
                </a:solidFill>
                <a:latin typeface="Arial"/>
                <a:ea typeface="Arial"/>
                <a:cs typeface="Arial"/>
              </a:defRPr>
            </a:lvl8pPr>
            <a:lvl9pPr algn="l">
              <a:defRPr sz="1050" b="1">
                <a:solidFill>
                  <a:srgbClr val="C78A38"/>
                </a:solidFill>
                <a:latin typeface="Arial"/>
                <a:ea typeface="Arial"/>
                <a:cs typeface="Arial"/>
              </a:defRPr>
            </a:lvl9pPr>
          </a:lstStyle>
          <a:p xmlns:a="http://schemas.openxmlformats.org/drawingml/2006/main">
            <a:pPr algn="l">
              <a:defRPr sz="1050" b="1">
                <a:solidFill>
                  <a:srgbClr val="C78A38"/>
                </a:solidFill>
                <a:latin typeface="Arial"/>
                <a:ea typeface="Arial"/>
                <a:cs typeface="Arial"/>
              </a:defRPr>
            </a:pPr>
            <a:r>
              <a:rPr sz="1050" b="1">
                <a:solidFill>
                  <a:srgbClr val="C78A38"/>
                </a:solidFill>
                <a:latin typeface="Arial"/>
                <a:ea typeface="Arial"/>
                <a:cs typeface="Arial"/>
              </a:rPr>
              <a:t>01</a:t>
            </a:r>
          </a:p>
        </p:txBody>
      </p:sp>
      <p:sp>
        <p:nvSpPr>
          <p:cNvPr id="9" name="problem-row-01-heading">
            <a:extLst xmlns:a="http://schemas.openxmlformats.org/drawingml/2006/main">
              <a:ext uri="{FF2B5EF4-FFF2-40B4-BE49-F238E27FC236}">
                <a16:creationId xmlns:a16="http://schemas.microsoft.com/office/drawing/2014/main" id="{5CCAE0C2-DF09-417E-B8E5-BDF56825E46B}"/>
              </a:ext>
            </a:extLst>
          </p:cNvPr>
          <p:cNvSpPr>
            <a:spLocks xmlns:a="http://schemas.openxmlformats.org/drawingml/2006/main" noGrp="1"/>
          </p:cNvSpPr>
          <p:nvPr/>
        </p:nvSpPr>
        <p:spPr>
          <a:xfrm xmlns:a="http://schemas.openxmlformats.org/drawingml/2006/main">
            <a:off x="6886575" y="24955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74A34"/>
                </a:solidFill>
                <a:latin typeface="Arial"/>
                <a:ea typeface="Arial"/>
                <a:cs typeface="Arial"/>
              </a:defRPr>
            </a:defPPr>
            <a:lvl1pPr algn="l">
              <a:defRPr sz="1650" b="1">
                <a:solidFill>
                  <a:srgbClr val="274A34"/>
                </a:solidFill>
                <a:latin typeface="Arial"/>
                <a:ea typeface="Arial"/>
                <a:cs typeface="Arial"/>
              </a:defRPr>
            </a:lvl1pPr>
            <a:lvl2pPr algn="l">
              <a:defRPr sz="1650" b="1">
                <a:solidFill>
                  <a:srgbClr val="274A34"/>
                </a:solidFill>
                <a:latin typeface="Arial"/>
                <a:ea typeface="Arial"/>
                <a:cs typeface="Arial"/>
              </a:defRPr>
            </a:lvl2pPr>
            <a:lvl3pPr algn="l">
              <a:defRPr sz="1650" b="1">
                <a:solidFill>
                  <a:srgbClr val="274A34"/>
                </a:solidFill>
                <a:latin typeface="Arial"/>
                <a:ea typeface="Arial"/>
                <a:cs typeface="Arial"/>
              </a:defRPr>
            </a:lvl3pPr>
            <a:lvl4pPr algn="l">
              <a:defRPr sz="1650" b="1">
                <a:solidFill>
                  <a:srgbClr val="274A34"/>
                </a:solidFill>
                <a:latin typeface="Arial"/>
                <a:ea typeface="Arial"/>
                <a:cs typeface="Arial"/>
              </a:defRPr>
            </a:lvl4pPr>
            <a:lvl5pPr algn="l">
              <a:defRPr sz="1650" b="1">
                <a:solidFill>
                  <a:srgbClr val="274A34"/>
                </a:solidFill>
                <a:latin typeface="Arial"/>
                <a:ea typeface="Arial"/>
                <a:cs typeface="Arial"/>
              </a:defRPr>
            </a:lvl5pPr>
            <a:lvl6pPr algn="l">
              <a:defRPr sz="1650" b="1">
                <a:solidFill>
                  <a:srgbClr val="274A34"/>
                </a:solidFill>
                <a:latin typeface="Arial"/>
                <a:ea typeface="Arial"/>
                <a:cs typeface="Arial"/>
              </a:defRPr>
            </a:lvl6pPr>
            <a:lvl7pPr algn="l">
              <a:defRPr sz="1650" b="1">
                <a:solidFill>
                  <a:srgbClr val="274A34"/>
                </a:solidFill>
                <a:latin typeface="Arial"/>
                <a:ea typeface="Arial"/>
                <a:cs typeface="Arial"/>
              </a:defRPr>
            </a:lvl7pPr>
            <a:lvl8pPr algn="l">
              <a:defRPr sz="1650" b="1">
                <a:solidFill>
                  <a:srgbClr val="274A34"/>
                </a:solidFill>
                <a:latin typeface="Arial"/>
                <a:ea typeface="Arial"/>
                <a:cs typeface="Arial"/>
              </a:defRPr>
            </a:lvl8pPr>
            <a:lvl9pPr algn="l">
              <a:defRPr sz="1650" b="1">
                <a:solidFill>
                  <a:srgbClr val="274A34"/>
                </a:solidFill>
                <a:latin typeface="Arial"/>
                <a:ea typeface="Arial"/>
                <a:cs typeface="Arial"/>
              </a:defRPr>
            </a:lvl9pPr>
          </a:lstStyle>
          <a:p xmlns:a="http://schemas.openxmlformats.org/drawingml/2006/main">
            <a:pPr algn="l">
              <a:defRPr sz="1650" b="1">
                <a:solidFill>
                  <a:srgbClr val="274A34"/>
                </a:solidFill>
                <a:latin typeface="Arial"/>
                <a:ea typeface="Arial"/>
                <a:cs typeface="Arial"/>
              </a:defRPr>
            </a:pPr>
            <a:r>
              <a:rPr sz="1650" b="1">
                <a:solidFill>
                  <a:srgbClr val="274A34"/>
                </a:solidFill>
                <a:latin typeface="Arial"/>
                <a:ea typeface="Arial"/>
                <a:cs typeface="Arial"/>
              </a:rPr>
              <a:t>Price movement</a:t>
            </a:r>
          </a:p>
        </p:txBody>
      </p:sp>
      <p:sp>
        <p:nvSpPr>
          <p:cNvPr id="10" name="problem-row-01-body">
            <a:extLst xmlns:a="http://schemas.openxmlformats.org/drawingml/2006/main">
              <a:ext uri="{FF2B5EF4-FFF2-40B4-BE49-F238E27FC236}">
                <a16:creationId xmlns:a16="http://schemas.microsoft.com/office/drawing/2014/main" id="{D3655FC5-E422-4CAA-9617-E3E618139E0A}"/>
              </a:ext>
            </a:extLst>
          </p:cNvPr>
          <p:cNvSpPr>
            <a:spLocks xmlns:a="http://schemas.openxmlformats.org/drawingml/2006/main" noGrp="1"/>
          </p:cNvSpPr>
          <p:nvPr/>
        </p:nvSpPr>
        <p:spPr>
          <a:xfrm xmlns:a="http://schemas.openxmlformats.org/drawingml/2006/main">
            <a:off x="6886575" y="2828925"/>
            <a:ext cx="42386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9766B"/>
                </a:solidFill>
                <a:latin typeface="Arial"/>
                <a:ea typeface="Arial"/>
                <a:cs typeface="Arial"/>
              </a:defRPr>
            </a:defPPr>
            <a:lvl1pPr algn="l">
              <a:defRPr sz="1275" b="0">
                <a:solidFill>
                  <a:srgbClr val="69766B"/>
                </a:solidFill>
                <a:latin typeface="Arial"/>
                <a:ea typeface="Arial"/>
                <a:cs typeface="Arial"/>
              </a:defRPr>
            </a:lvl1pPr>
            <a:lvl2pPr algn="l">
              <a:defRPr sz="1275" b="0">
                <a:solidFill>
                  <a:srgbClr val="69766B"/>
                </a:solidFill>
                <a:latin typeface="Arial"/>
                <a:ea typeface="Arial"/>
                <a:cs typeface="Arial"/>
              </a:defRPr>
            </a:lvl2pPr>
            <a:lvl3pPr algn="l">
              <a:defRPr sz="1275" b="0">
                <a:solidFill>
                  <a:srgbClr val="69766B"/>
                </a:solidFill>
                <a:latin typeface="Arial"/>
                <a:ea typeface="Arial"/>
                <a:cs typeface="Arial"/>
              </a:defRPr>
            </a:lvl3pPr>
            <a:lvl4pPr algn="l">
              <a:defRPr sz="1275" b="0">
                <a:solidFill>
                  <a:srgbClr val="69766B"/>
                </a:solidFill>
                <a:latin typeface="Arial"/>
                <a:ea typeface="Arial"/>
                <a:cs typeface="Arial"/>
              </a:defRPr>
            </a:lvl4pPr>
            <a:lvl5pPr algn="l">
              <a:defRPr sz="1275" b="0">
                <a:solidFill>
                  <a:srgbClr val="69766B"/>
                </a:solidFill>
                <a:latin typeface="Arial"/>
                <a:ea typeface="Arial"/>
                <a:cs typeface="Arial"/>
              </a:defRPr>
            </a:lvl5pPr>
            <a:lvl6pPr algn="l">
              <a:defRPr sz="1275" b="0">
                <a:solidFill>
                  <a:srgbClr val="69766B"/>
                </a:solidFill>
                <a:latin typeface="Arial"/>
                <a:ea typeface="Arial"/>
                <a:cs typeface="Arial"/>
              </a:defRPr>
            </a:lvl6pPr>
            <a:lvl7pPr algn="l">
              <a:defRPr sz="1275" b="0">
                <a:solidFill>
                  <a:srgbClr val="69766B"/>
                </a:solidFill>
                <a:latin typeface="Arial"/>
                <a:ea typeface="Arial"/>
                <a:cs typeface="Arial"/>
              </a:defRPr>
            </a:lvl7pPr>
            <a:lvl8pPr algn="l">
              <a:defRPr sz="1275" b="0">
                <a:solidFill>
                  <a:srgbClr val="69766B"/>
                </a:solidFill>
                <a:latin typeface="Arial"/>
                <a:ea typeface="Arial"/>
                <a:cs typeface="Arial"/>
              </a:defRPr>
            </a:lvl8pPr>
            <a:lvl9pPr algn="l">
              <a:defRPr sz="1275" b="0">
                <a:solidFill>
                  <a:srgbClr val="69766B"/>
                </a:solidFill>
                <a:latin typeface="Arial"/>
                <a:ea typeface="Arial"/>
                <a:cs typeface="Arial"/>
              </a:defRPr>
            </a:lvl9pPr>
          </a:lstStyle>
          <a:p xmlns:a="http://schemas.openxmlformats.org/drawingml/2006/main">
            <a:pPr algn="l">
              <a:defRPr sz="1275" b="0">
                <a:solidFill>
                  <a:srgbClr val="69766B"/>
                </a:solidFill>
                <a:latin typeface="Arial"/>
                <a:ea typeface="Arial"/>
                <a:cs typeface="Arial"/>
              </a:defRPr>
            </a:pPr>
            <a:r>
              <a:rPr sz="1275" b="0">
                <a:solidFill>
                  <a:srgbClr val="69766B"/>
                </a:solidFill>
                <a:latin typeface="Arial"/>
                <a:ea typeface="Arial"/>
                <a:cs typeface="Arial"/>
              </a:rPr>
              <a:t>County quotes vary in date, market and coverage.</a:t>
            </a:r>
          </a:p>
        </p:txBody>
      </p:sp>
      <p:sp>
        <p:nvSpPr>
          <p:cNvPr id="11" name="problem-row-01-rule">
            <a:extLst xmlns:a="http://schemas.openxmlformats.org/drawingml/2006/main">
              <a:ext uri="{FF2B5EF4-FFF2-40B4-BE49-F238E27FC236}">
                <a16:creationId xmlns:a16="http://schemas.microsoft.com/office/drawing/2014/main" id="{CC8644F6-5F15-4393-A567-73825B5A7D4D}"/>
              </a:ext>
            </a:extLst>
          </p:cNvPr>
          <p:cNvSpPr>
            <a:spLocks xmlns:a="http://schemas.openxmlformats.org/drawingml/2006/main" noGrp="1"/>
          </p:cNvSpPr>
          <p:nvPr/>
        </p:nvSpPr>
        <p:spPr>
          <a:xfrm xmlns:a="http://schemas.openxmlformats.org/drawingml/2006/main">
            <a:off x="6324600" y="3419475"/>
            <a:ext cx="49530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12" name="problem-row-02-number">
            <a:extLst xmlns:a="http://schemas.openxmlformats.org/drawingml/2006/main">
              <a:ext uri="{FF2B5EF4-FFF2-40B4-BE49-F238E27FC236}">
                <a16:creationId xmlns:a16="http://schemas.microsoft.com/office/drawing/2014/main" id="{F2F9E638-0D62-49BC-AF11-EB60FCD1CEEE}"/>
              </a:ext>
            </a:extLst>
          </p:cNvPr>
          <p:cNvSpPr>
            <a:spLocks xmlns:a="http://schemas.openxmlformats.org/drawingml/2006/main" noGrp="1"/>
          </p:cNvSpPr>
          <p:nvPr/>
        </p:nvSpPr>
        <p:spPr>
          <a:xfrm xmlns:a="http://schemas.openxmlformats.org/drawingml/2006/main">
            <a:off x="6324600" y="3590925"/>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C78A38"/>
                </a:solidFill>
                <a:latin typeface="Arial"/>
                <a:ea typeface="Arial"/>
                <a:cs typeface="Arial"/>
              </a:defRPr>
            </a:defPPr>
            <a:lvl1pPr algn="l">
              <a:defRPr sz="1050" b="1">
                <a:solidFill>
                  <a:srgbClr val="C78A38"/>
                </a:solidFill>
                <a:latin typeface="Arial"/>
                <a:ea typeface="Arial"/>
                <a:cs typeface="Arial"/>
              </a:defRPr>
            </a:lvl1pPr>
            <a:lvl2pPr algn="l">
              <a:defRPr sz="1050" b="1">
                <a:solidFill>
                  <a:srgbClr val="C78A38"/>
                </a:solidFill>
                <a:latin typeface="Arial"/>
                <a:ea typeface="Arial"/>
                <a:cs typeface="Arial"/>
              </a:defRPr>
            </a:lvl2pPr>
            <a:lvl3pPr algn="l">
              <a:defRPr sz="1050" b="1">
                <a:solidFill>
                  <a:srgbClr val="C78A38"/>
                </a:solidFill>
                <a:latin typeface="Arial"/>
                <a:ea typeface="Arial"/>
                <a:cs typeface="Arial"/>
              </a:defRPr>
            </a:lvl3pPr>
            <a:lvl4pPr algn="l">
              <a:defRPr sz="1050" b="1">
                <a:solidFill>
                  <a:srgbClr val="C78A38"/>
                </a:solidFill>
                <a:latin typeface="Arial"/>
                <a:ea typeface="Arial"/>
                <a:cs typeface="Arial"/>
              </a:defRPr>
            </a:lvl4pPr>
            <a:lvl5pPr algn="l">
              <a:defRPr sz="1050" b="1">
                <a:solidFill>
                  <a:srgbClr val="C78A38"/>
                </a:solidFill>
                <a:latin typeface="Arial"/>
                <a:ea typeface="Arial"/>
                <a:cs typeface="Arial"/>
              </a:defRPr>
            </a:lvl5pPr>
            <a:lvl6pPr algn="l">
              <a:defRPr sz="1050" b="1">
                <a:solidFill>
                  <a:srgbClr val="C78A38"/>
                </a:solidFill>
                <a:latin typeface="Arial"/>
                <a:ea typeface="Arial"/>
                <a:cs typeface="Arial"/>
              </a:defRPr>
            </a:lvl6pPr>
            <a:lvl7pPr algn="l">
              <a:defRPr sz="1050" b="1">
                <a:solidFill>
                  <a:srgbClr val="C78A38"/>
                </a:solidFill>
                <a:latin typeface="Arial"/>
                <a:ea typeface="Arial"/>
                <a:cs typeface="Arial"/>
              </a:defRPr>
            </a:lvl7pPr>
            <a:lvl8pPr algn="l">
              <a:defRPr sz="1050" b="1">
                <a:solidFill>
                  <a:srgbClr val="C78A38"/>
                </a:solidFill>
                <a:latin typeface="Arial"/>
                <a:ea typeface="Arial"/>
                <a:cs typeface="Arial"/>
              </a:defRPr>
            </a:lvl8pPr>
            <a:lvl9pPr algn="l">
              <a:defRPr sz="1050" b="1">
                <a:solidFill>
                  <a:srgbClr val="C78A38"/>
                </a:solidFill>
                <a:latin typeface="Arial"/>
                <a:ea typeface="Arial"/>
                <a:cs typeface="Arial"/>
              </a:defRPr>
            </a:lvl9pPr>
          </a:lstStyle>
          <a:p xmlns:a="http://schemas.openxmlformats.org/drawingml/2006/main">
            <a:pPr algn="l">
              <a:defRPr sz="1050" b="1">
                <a:solidFill>
                  <a:srgbClr val="C78A38"/>
                </a:solidFill>
                <a:latin typeface="Arial"/>
                <a:ea typeface="Arial"/>
                <a:cs typeface="Arial"/>
              </a:defRPr>
            </a:pPr>
            <a:r>
              <a:rPr sz="1050" b="1">
                <a:solidFill>
                  <a:srgbClr val="C78A38"/>
                </a:solidFill>
                <a:latin typeface="Arial"/>
                <a:ea typeface="Arial"/>
                <a:cs typeface="Arial"/>
              </a:rPr>
              <a:t>02</a:t>
            </a:r>
          </a:p>
        </p:txBody>
      </p:sp>
      <p:sp>
        <p:nvSpPr>
          <p:cNvPr id="13" name="problem-row-02-heading">
            <a:extLst xmlns:a="http://schemas.openxmlformats.org/drawingml/2006/main">
              <a:ext uri="{FF2B5EF4-FFF2-40B4-BE49-F238E27FC236}">
                <a16:creationId xmlns:a16="http://schemas.microsoft.com/office/drawing/2014/main" id="{43FF9720-CF6A-4EE8-8C01-3681415D43D0}"/>
              </a:ext>
            </a:extLst>
          </p:cNvPr>
          <p:cNvSpPr>
            <a:spLocks xmlns:a="http://schemas.openxmlformats.org/drawingml/2006/main" noGrp="1"/>
          </p:cNvSpPr>
          <p:nvPr/>
        </p:nvSpPr>
        <p:spPr>
          <a:xfrm xmlns:a="http://schemas.openxmlformats.org/drawingml/2006/main">
            <a:off x="6886575" y="35814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74A34"/>
                </a:solidFill>
                <a:latin typeface="Arial"/>
                <a:ea typeface="Arial"/>
                <a:cs typeface="Arial"/>
              </a:defRPr>
            </a:defPPr>
            <a:lvl1pPr algn="l">
              <a:defRPr sz="1650" b="1">
                <a:solidFill>
                  <a:srgbClr val="274A34"/>
                </a:solidFill>
                <a:latin typeface="Arial"/>
                <a:ea typeface="Arial"/>
                <a:cs typeface="Arial"/>
              </a:defRPr>
            </a:lvl1pPr>
            <a:lvl2pPr algn="l">
              <a:defRPr sz="1650" b="1">
                <a:solidFill>
                  <a:srgbClr val="274A34"/>
                </a:solidFill>
                <a:latin typeface="Arial"/>
                <a:ea typeface="Arial"/>
                <a:cs typeface="Arial"/>
              </a:defRPr>
            </a:lvl2pPr>
            <a:lvl3pPr algn="l">
              <a:defRPr sz="1650" b="1">
                <a:solidFill>
                  <a:srgbClr val="274A34"/>
                </a:solidFill>
                <a:latin typeface="Arial"/>
                <a:ea typeface="Arial"/>
                <a:cs typeface="Arial"/>
              </a:defRPr>
            </a:lvl3pPr>
            <a:lvl4pPr algn="l">
              <a:defRPr sz="1650" b="1">
                <a:solidFill>
                  <a:srgbClr val="274A34"/>
                </a:solidFill>
                <a:latin typeface="Arial"/>
                <a:ea typeface="Arial"/>
                <a:cs typeface="Arial"/>
              </a:defRPr>
            </a:lvl4pPr>
            <a:lvl5pPr algn="l">
              <a:defRPr sz="1650" b="1">
                <a:solidFill>
                  <a:srgbClr val="274A34"/>
                </a:solidFill>
                <a:latin typeface="Arial"/>
                <a:ea typeface="Arial"/>
                <a:cs typeface="Arial"/>
              </a:defRPr>
            </a:lvl5pPr>
            <a:lvl6pPr algn="l">
              <a:defRPr sz="1650" b="1">
                <a:solidFill>
                  <a:srgbClr val="274A34"/>
                </a:solidFill>
                <a:latin typeface="Arial"/>
                <a:ea typeface="Arial"/>
                <a:cs typeface="Arial"/>
              </a:defRPr>
            </a:lvl6pPr>
            <a:lvl7pPr algn="l">
              <a:defRPr sz="1650" b="1">
                <a:solidFill>
                  <a:srgbClr val="274A34"/>
                </a:solidFill>
                <a:latin typeface="Arial"/>
                <a:ea typeface="Arial"/>
                <a:cs typeface="Arial"/>
              </a:defRPr>
            </a:lvl7pPr>
            <a:lvl8pPr algn="l">
              <a:defRPr sz="1650" b="1">
                <a:solidFill>
                  <a:srgbClr val="274A34"/>
                </a:solidFill>
                <a:latin typeface="Arial"/>
                <a:ea typeface="Arial"/>
                <a:cs typeface="Arial"/>
              </a:defRPr>
            </a:lvl8pPr>
            <a:lvl9pPr algn="l">
              <a:defRPr sz="1650" b="1">
                <a:solidFill>
                  <a:srgbClr val="274A34"/>
                </a:solidFill>
                <a:latin typeface="Arial"/>
                <a:ea typeface="Arial"/>
                <a:cs typeface="Arial"/>
              </a:defRPr>
            </a:lvl9pPr>
          </a:lstStyle>
          <a:p xmlns:a="http://schemas.openxmlformats.org/drawingml/2006/main">
            <a:pPr algn="l">
              <a:defRPr sz="1650" b="1">
                <a:solidFill>
                  <a:srgbClr val="274A34"/>
                </a:solidFill>
                <a:latin typeface="Arial"/>
                <a:ea typeface="Arial"/>
                <a:cs typeface="Arial"/>
              </a:defRPr>
            </a:pPr>
            <a:r>
              <a:rPr sz="1650" b="1">
                <a:solidFill>
                  <a:srgbClr val="274A34"/>
                </a:solidFill>
                <a:latin typeface="Arial"/>
                <a:ea typeface="Arial"/>
                <a:cs typeface="Arial"/>
              </a:rPr>
              <a:t>Storage exposure</a:t>
            </a:r>
          </a:p>
        </p:txBody>
      </p:sp>
      <p:sp>
        <p:nvSpPr>
          <p:cNvPr id="14" name="problem-row-02-body">
            <a:extLst xmlns:a="http://schemas.openxmlformats.org/drawingml/2006/main">
              <a:ext uri="{FF2B5EF4-FFF2-40B4-BE49-F238E27FC236}">
                <a16:creationId xmlns:a16="http://schemas.microsoft.com/office/drawing/2014/main" id="{A6314172-9099-4B1D-8158-56400393F2B6}"/>
              </a:ext>
            </a:extLst>
          </p:cNvPr>
          <p:cNvSpPr>
            <a:spLocks xmlns:a="http://schemas.openxmlformats.org/drawingml/2006/main" noGrp="1"/>
          </p:cNvSpPr>
          <p:nvPr/>
        </p:nvSpPr>
        <p:spPr>
          <a:xfrm xmlns:a="http://schemas.openxmlformats.org/drawingml/2006/main">
            <a:off x="6886575" y="3914775"/>
            <a:ext cx="42386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9766B"/>
                </a:solidFill>
                <a:latin typeface="Arial"/>
                <a:ea typeface="Arial"/>
                <a:cs typeface="Arial"/>
              </a:defRPr>
            </a:defPPr>
            <a:lvl1pPr algn="l">
              <a:defRPr sz="1275" b="0">
                <a:solidFill>
                  <a:srgbClr val="69766B"/>
                </a:solidFill>
                <a:latin typeface="Arial"/>
                <a:ea typeface="Arial"/>
                <a:cs typeface="Arial"/>
              </a:defRPr>
            </a:lvl1pPr>
            <a:lvl2pPr algn="l">
              <a:defRPr sz="1275" b="0">
                <a:solidFill>
                  <a:srgbClr val="69766B"/>
                </a:solidFill>
                <a:latin typeface="Arial"/>
                <a:ea typeface="Arial"/>
                <a:cs typeface="Arial"/>
              </a:defRPr>
            </a:lvl2pPr>
            <a:lvl3pPr algn="l">
              <a:defRPr sz="1275" b="0">
                <a:solidFill>
                  <a:srgbClr val="69766B"/>
                </a:solidFill>
                <a:latin typeface="Arial"/>
                <a:ea typeface="Arial"/>
                <a:cs typeface="Arial"/>
              </a:defRPr>
            </a:lvl3pPr>
            <a:lvl4pPr algn="l">
              <a:defRPr sz="1275" b="0">
                <a:solidFill>
                  <a:srgbClr val="69766B"/>
                </a:solidFill>
                <a:latin typeface="Arial"/>
                <a:ea typeface="Arial"/>
                <a:cs typeface="Arial"/>
              </a:defRPr>
            </a:lvl4pPr>
            <a:lvl5pPr algn="l">
              <a:defRPr sz="1275" b="0">
                <a:solidFill>
                  <a:srgbClr val="69766B"/>
                </a:solidFill>
                <a:latin typeface="Arial"/>
                <a:ea typeface="Arial"/>
                <a:cs typeface="Arial"/>
              </a:defRPr>
            </a:lvl5pPr>
            <a:lvl6pPr algn="l">
              <a:defRPr sz="1275" b="0">
                <a:solidFill>
                  <a:srgbClr val="69766B"/>
                </a:solidFill>
                <a:latin typeface="Arial"/>
                <a:ea typeface="Arial"/>
                <a:cs typeface="Arial"/>
              </a:defRPr>
            </a:lvl6pPr>
            <a:lvl7pPr algn="l">
              <a:defRPr sz="1275" b="0">
                <a:solidFill>
                  <a:srgbClr val="69766B"/>
                </a:solidFill>
                <a:latin typeface="Arial"/>
                <a:ea typeface="Arial"/>
                <a:cs typeface="Arial"/>
              </a:defRPr>
            </a:lvl7pPr>
            <a:lvl8pPr algn="l">
              <a:defRPr sz="1275" b="0">
                <a:solidFill>
                  <a:srgbClr val="69766B"/>
                </a:solidFill>
                <a:latin typeface="Arial"/>
                <a:ea typeface="Arial"/>
                <a:cs typeface="Arial"/>
              </a:defRPr>
            </a:lvl8pPr>
            <a:lvl9pPr algn="l">
              <a:defRPr sz="1275" b="0">
                <a:solidFill>
                  <a:srgbClr val="69766B"/>
                </a:solidFill>
                <a:latin typeface="Arial"/>
                <a:ea typeface="Arial"/>
                <a:cs typeface="Arial"/>
              </a:defRPr>
            </a:lvl9pPr>
          </a:lstStyle>
          <a:p xmlns:a="http://schemas.openxmlformats.org/drawingml/2006/main">
            <a:pPr algn="l">
              <a:defRPr sz="1275" b="0">
                <a:solidFill>
                  <a:srgbClr val="69766B"/>
                </a:solidFill>
                <a:latin typeface="Arial"/>
                <a:ea typeface="Arial"/>
                <a:cs typeface="Arial"/>
              </a:defRPr>
            </a:pPr>
            <a:r>
              <a:rPr sz="1275" b="0">
                <a:solidFill>
                  <a:srgbClr val="69766B"/>
                </a:solidFill>
                <a:latin typeface="Arial"/>
                <a:ea typeface="Arial"/>
                <a:cs typeface="Arial"/>
              </a:rPr>
              <a:t>Rain and humidity can reduce the grain kept for sale.</a:t>
            </a:r>
          </a:p>
        </p:txBody>
      </p:sp>
      <p:sp>
        <p:nvSpPr>
          <p:cNvPr id="15" name="problem-row-02-rule">
            <a:extLst xmlns:a="http://schemas.openxmlformats.org/drawingml/2006/main">
              <a:ext uri="{FF2B5EF4-FFF2-40B4-BE49-F238E27FC236}">
                <a16:creationId xmlns:a16="http://schemas.microsoft.com/office/drawing/2014/main" id="{F76A5A99-7003-4D3D-BF47-F20847321A28}"/>
              </a:ext>
            </a:extLst>
          </p:cNvPr>
          <p:cNvSpPr>
            <a:spLocks xmlns:a="http://schemas.openxmlformats.org/drawingml/2006/main" noGrp="1"/>
          </p:cNvSpPr>
          <p:nvPr/>
        </p:nvSpPr>
        <p:spPr>
          <a:xfrm xmlns:a="http://schemas.openxmlformats.org/drawingml/2006/main">
            <a:off x="6324600" y="4505325"/>
            <a:ext cx="49530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16" name="problem-row-03-number">
            <a:extLst xmlns:a="http://schemas.openxmlformats.org/drawingml/2006/main">
              <a:ext uri="{FF2B5EF4-FFF2-40B4-BE49-F238E27FC236}">
                <a16:creationId xmlns:a16="http://schemas.microsoft.com/office/drawing/2014/main" id="{638EE442-D2F0-4184-9FDF-6EA810672991}"/>
              </a:ext>
            </a:extLst>
          </p:cNvPr>
          <p:cNvSpPr>
            <a:spLocks xmlns:a="http://schemas.openxmlformats.org/drawingml/2006/main" noGrp="1"/>
          </p:cNvSpPr>
          <p:nvPr/>
        </p:nvSpPr>
        <p:spPr>
          <a:xfrm xmlns:a="http://schemas.openxmlformats.org/drawingml/2006/main">
            <a:off x="6324600" y="4676775"/>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C78A38"/>
                </a:solidFill>
                <a:latin typeface="Arial"/>
                <a:ea typeface="Arial"/>
                <a:cs typeface="Arial"/>
              </a:defRPr>
            </a:defPPr>
            <a:lvl1pPr algn="l">
              <a:defRPr sz="1050" b="1">
                <a:solidFill>
                  <a:srgbClr val="C78A38"/>
                </a:solidFill>
                <a:latin typeface="Arial"/>
                <a:ea typeface="Arial"/>
                <a:cs typeface="Arial"/>
              </a:defRPr>
            </a:lvl1pPr>
            <a:lvl2pPr algn="l">
              <a:defRPr sz="1050" b="1">
                <a:solidFill>
                  <a:srgbClr val="C78A38"/>
                </a:solidFill>
                <a:latin typeface="Arial"/>
                <a:ea typeface="Arial"/>
                <a:cs typeface="Arial"/>
              </a:defRPr>
            </a:lvl2pPr>
            <a:lvl3pPr algn="l">
              <a:defRPr sz="1050" b="1">
                <a:solidFill>
                  <a:srgbClr val="C78A38"/>
                </a:solidFill>
                <a:latin typeface="Arial"/>
                <a:ea typeface="Arial"/>
                <a:cs typeface="Arial"/>
              </a:defRPr>
            </a:lvl3pPr>
            <a:lvl4pPr algn="l">
              <a:defRPr sz="1050" b="1">
                <a:solidFill>
                  <a:srgbClr val="C78A38"/>
                </a:solidFill>
                <a:latin typeface="Arial"/>
                <a:ea typeface="Arial"/>
                <a:cs typeface="Arial"/>
              </a:defRPr>
            </a:lvl4pPr>
            <a:lvl5pPr algn="l">
              <a:defRPr sz="1050" b="1">
                <a:solidFill>
                  <a:srgbClr val="C78A38"/>
                </a:solidFill>
                <a:latin typeface="Arial"/>
                <a:ea typeface="Arial"/>
                <a:cs typeface="Arial"/>
              </a:defRPr>
            </a:lvl5pPr>
            <a:lvl6pPr algn="l">
              <a:defRPr sz="1050" b="1">
                <a:solidFill>
                  <a:srgbClr val="C78A38"/>
                </a:solidFill>
                <a:latin typeface="Arial"/>
                <a:ea typeface="Arial"/>
                <a:cs typeface="Arial"/>
              </a:defRPr>
            </a:lvl6pPr>
            <a:lvl7pPr algn="l">
              <a:defRPr sz="1050" b="1">
                <a:solidFill>
                  <a:srgbClr val="C78A38"/>
                </a:solidFill>
                <a:latin typeface="Arial"/>
                <a:ea typeface="Arial"/>
                <a:cs typeface="Arial"/>
              </a:defRPr>
            </a:lvl7pPr>
            <a:lvl8pPr algn="l">
              <a:defRPr sz="1050" b="1">
                <a:solidFill>
                  <a:srgbClr val="C78A38"/>
                </a:solidFill>
                <a:latin typeface="Arial"/>
                <a:ea typeface="Arial"/>
                <a:cs typeface="Arial"/>
              </a:defRPr>
            </a:lvl8pPr>
            <a:lvl9pPr algn="l">
              <a:defRPr sz="1050" b="1">
                <a:solidFill>
                  <a:srgbClr val="C78A38"/>
                </a:solidFill>
                <a:latin typeface="Arial"/>
                <a:ea typeface="Arial"/>
                <a:cs typeface="Arial"/>
              </a:defRPr>
            </a:lvl9pPr>
          </a:lstStyle>
          <a:p xmlns:a="http://schemas.openxmlformats.org/drawingml/2006/main">
            <a:pPr algn="l">
              <a:defRPr sz="1050" b="1">
                <a:solidFill>
                  <a:srgbClr val="C78A38"/>
                </a:solidFill>
                <a:latin typeface="Arial"/>
                <a:ea typeface="Arial"/>
                <a:cs typeface="Arial"/>
              </a:defRPr>
            </a:pPr>
            <a:r>
              <a:rPr sz="1050" b="1">
                <a:solidFill>
                  <a:srgbClr val="C78A38"/>
                </a:solidFill>
                <a:latin typeface="Arial"/>
                <a:ea typeface="Arial"/>
                <a:cs typeface="Arial"/>
              </a:rPr>
              <a:t>03</a:t>
            </a:r>
          </a:p>
        </p:txBody>
      </p:sp>
      <p:sp>
        <p:nvSpPr>
          <p:cNvPr id="17" name="problem-row-03-heading">
            <a:extLst xmlns:a="http://schemas.openxmlformats.org/drawingml/2006/main">
              <a:ext uri="{FF2B5EF4-FFF2-40B4-BE49-F238E27FC236}">
                <a16:creationId xmlns:a16="http://schemas.microsoft.com/office/drawing/2014/main" id="{3D3F3712-E200-4CA9-AA96-B57A3BE9BFD4}"/>
              </a:ext>
            </a:extLst>
          </p:cNvPr>
          <p:cNvSpPr>
            <a:spLocks xmlns:a="http://schemas.openxmlformats.org/drawingml/2006/main" noGrp="1"/>
          </p:cNvSpPr>
          <p:nvPr/>
        </p:nvSpPr>
        <p:spPr>
          <a:xfrm xmlns:a="http://schemas.openxmlformats.org/drawingml/2006/main">
            <a:off x="6886575" y="46672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74A34"/>
                </a:solidFill>
                <a:latin typeface="Arial"/>
                <a:ea typeface="Arial"/>
                <a:cs typeface="Arial"/>
              </a:defRPr>
            </a:defPPr>
            <a:lvl1pPr algn="l">
              <a:defRPr sz="1650" b="1">
                <a:solidFill>
                  <a:srgbClr val="274A34"/>
                </a:solidFill>
                <a:latin typeface="Arial"/>
                <a:ea typeface="Arial"/>
                <a:cs typeface="Arial"/>
              </a:defRPr>
            </a:lvl1pPr>
            <a:lvl2pPr algn="l">
              <a:defRPr sz="1650" b="1">
                <a:solidFill>
                  <a:srgbClr val="274A34"/>
                </a:solidFill>
                <a:latin typeface="Arial"/>
                <a:ea typeface="Arial"/>
                <a:cs typeface="Arial"/>
              </a:defRPr>
            </a:lvl2pPr>
            <a:lvl3pPr algn="l">
              <a:defRPr sz="1650" b="1">
                <a:solidFill>
                  <a:srgbClr val="274A34"/>
                </a:solidFill>
                <a:latin typeface="Arial"/>
                <a:ea typeface="Arial"/>
                <a:cs typeface="Arial"/>
              </a:defRPr>
            </a:lvl3pPr>
            <a:lvl4pPr algn="l">
              <a:defRPr sz="1650" b="1">
                <a:solidFill>
                  <a:srgbClr val="274A34"/>
                </a:solidFill>
                <a:latin typeface="Arial"/>
                <a:ea typeface="Arial"/>
                <a:cs typeface="Arial"/>
              </a:defRPr>
            </a:lvl4pPr>
            <a:lvl5pPr algn="l">
              <a:defRPr sz="1650" b="1">
                <a:solidFill>
                  <a:srgbClr val="274A34"/>
                </a:solidFill>
                <a:latin typeface="Arial"/>
                <a:ea typeface="Arial"/>
                <a:cs typeface="Arial"/>
              </a:defRPr>
            </a:lvl5pPr>
            <a:lvl6pPr algn="l">
              <a:defRPr sz="1650" b="1">
                <a:solidFill>
                  <a:srgbClr val="274A34"/>
                </a:solidFill>
                <a:latin typeface="Arial"/>
                <a:ea typeface="Arial"/>
                <a:cs typeface="Arial"/>
              </a:defRPr>
            </a:lvl6pPr>
            <a:lvl7pPr algn="l">
              <a:defRPr sz="1650" b="1">
                <a:solidFill>
                  <a:srgbClr val="274A34"/>
                </a:solidFill>
                <a:latin typeface="Arial"/>
                <a:ea typeface="Arial"/>
                <a:cs typeface="Arial"/>
              </a:defRPr>
            </a:lvl7pPr>
            <a:lvl8pPr algn="l">
              <a:defRPr sz="1650" b="1">
                <a:solidFill>
                  <a:srgbClr val="274A34"/>
                </a:solidFill>
                <a:latin typeface="Arial"/>
                <a:ea typeface="Arial"/>
                <a:cs typeface="Arial"/>
              </a:defRPr>
            </a:lvl8pPr>
            <a:lvl9pPr algn="l">
              <a:defRPr sz="1650" b="1">
                <a:solidFill>
                  <a:srgbClr val="274A34"/>
                </a:solidFill>
                <a:latin typeface="Arial"/>
                <a:ea typeface="Arial"/>
                <a:cs typeface="Arial"/>
              </a:defRPr>
            </a:lvl9pPr>
          </a:lstStyle>
          <a:p xmlns:a="http://schemas.openxmlformats.org/drawingml/2006/main">
            <a:pPr algn="l">
              <a:defRPr sz="1650" b="1">
                <a:solidFill>
                  <a:srgbClr val="274A34"/>
                </a:solidFill>
                <a:latin typeface="Arial"/>
                <a:ea typeface="Arial"/>
                <a:cs typeface="Arial"/>
              </a:defRPr>
            </a:pPr>
            <a:r>
              <a:rPr sz="1650" b="1">
                <a:solidFill>
                  <a:srgbClr val="274A34"/>
                </a:solidFill>
                <a:latin typeface="Arial"/>
                <a:ea typeface="Arial"/>
                <a:cs typeface="Arial"/>
              </a:rPr>
              <a:t>Cash today</a:t>
            </a:r>
          </a:p>
        </p:txBody>
      </p:sp>
      <p:sp>
        <p:nvSpPr>
          <p:cNvPr id="18" name="problem-row-03-body">
            <a:extLst xmlns:a="http://schemas.openxmlformats.org/drawingml/2006/main">
              <a:ext uri="{FF2B5EF4-FFF2-40B4-BE49-F238E27FC236}">
                <a16:creationId xmlns:a16="http://schemas.microsoft.com/office/drawing/2014/main" id="{080128DD-DD93-4BC2-8B13-596AB791555F}"/>
              </a:ext>
            </a:extLst>
          </p:cNvPr>
          <p:cNvSpPr>
            <a:spLocks xmlns:a="http://schemas.openxmlformats.org/drawingml/2006/main" noGrp="1"/>
          </p:cNvSpPr>
          <p:nvPr/>
        </p:nvSpPr>
        <p:spPr>
          <a:xfrm xmlns:a="http://schemas.openxmlformats.org/drawingml/2006/main">
            <a:off x="6886575" y="5000625"/>
            <a:ext cx="42386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9766B"/>
                </a:solidFill>
                <a:latin typeface="Arial"/>
                <a:ea typeface="Arial"/>
                <a:cs typeface="Arial"/>
              </a:defRPr>
            </a:defPPr>
            <a:lvl1pPr algn="l">
              <a:defRPr sz="1275" b="0">
                <a:solidFill>
                  <a:srgbClr val="69766B"/>
                </a:solidFill>
                <a:latin typeface="Arial"/>
                <a:ea typeface="Arial"/>
                <a:cs typeface="Arial"/>
              </a:defRPr>
            </a:lvl1pPr>
            <a:lvl2pPr algn="l">
              <a:defRPr sz="1275" b="0">
                <a:solidFill>
                  <a:srgbClr val="69766B"/>
                </a:solidFill>
                <a:latin typeface="Arial"/>
                <a:ea typeface="Arial"/>
                <a:cs typeface="Arial"/>
              </a:defRPr>
            </a:lvl2pPr>
            <a:lvl3pPr algn="l">
              <a:defRPr sz="1275" b="0">
                <a:solidFill>
                  <a:srgbClr val="69766B"/>
                </a:solidFill>
                <a:latin typeface="Arial"/>
                <a:ea typeface="Arial"/>
                <a:cs typeface="Arial"/>
              </a:defRPr>
            </a:lvl3pPr>
            <a:lvl4pPr algn="l">
              <a:defRPr sz="1275" b="0">
                <a:solidFill>
                  <a:srgbClr val="69766B"/>
                </a:solidFill>
                <a:latin typeface="Arial"/>
                <a:ea typeface="Arial"/>
                <a:cs typeface="Arial"/>
              </a:defRPr>
            </a:lvl4pPr>
            <a:lvl5pPr algn="l">
              <a:defRPr sz="1275" b="0">
                <a:solidFill>
                  <a:srgbClr val="69766B"/>
                </a:solidFill>
                <a:latin typeface="Arial"/>
                <a:ea typeface="Arial"/>
                <a:cs typeface="Arial"/>
              </a:defRPr>
            </a:lvl5pPr>
            <a:lvl6pPr algn="l">
              <a:defRPr sz="1275" b="0">
                <a:solidFill>
                  <a:srgbClr val="69766B"/>
                </a:solidFill>
                <a:latin typeface="Arial"/>
                <a:ea typeface="Arial"/>
                <a:cs typeface="Arial"/>
              </a:defRPr>
            </a:lvl6pPr>
            <a:lvl7pPr algn="l">
              <a:defRPr sz="1275" b="0">
                <a:solidFill>
                  <a:srgbClr val="69766B"/>
                </a:solidFill>
                <a:latin typeface="Arial"/>
                <a:ea typeface="Arial"/>
                <a:cs typeface="Arial"/>
              </a:defRPr>
            </a:lvl7pPr>
            <a:lvl8pPr algn="l">
              <a:defRPr sz="1275" b="0">
                <a:solidFill>
                  <a:srgbClr val="69766B"/>
                </a:solidFill>
                <a:latin typeface="Arial"/>
                <a:ea typeface="Arial"/>
                <a:cs typeface="Arial"/>
              </a:defRPr>
            </a:lvl8pPr>
            <a:lvl9pPr algn="l">
              <a:defRPr sz="1275" b="0">
                <a:solidFill>
                  <a:srgbClr val="69766B"/>
                </a:solidFill>
                <a:latin typeface="Arial"/>
                <a:ea typeface="Arial"/>
                <a:cs typeface="Arial"/>
              </a:defRPr>
            </a:lvl9pPr>
          </a:lstStyle>
          <a:p xmlns:a="http://schemas.openxmlformats.org/drawingml/2006/main">
            <a:pPr algn="l">
              <a:defRPr sz="1275" b="0">
                <a:solidFill>
                  <a:srgbClr val="69766B"/>
                </a:solidFill>
                <a:latin typeface="Arial"/>
                <a:ea typeface="Arial"/>
                <a:cs typeface="Arial"/>
              </a:defRPr>
            </a:pPr>
            <a:r>
              <a:rPr sz="1275" b="0">
                <a:solidFill>
                  <a:srgbClr val="69766B"/>
                </a:solidFill>
                <a:latin typeface="Arial"/>
                <a:ea typeface="Arial"/>
                <a:cs typeface="Arial"/>
              </a:rPr>
              <a:t>An urgent cash need changes the value of selling part or all of the lot.</a:t>
            </a:r>
          </a:p>
        </p:txBody>
      </p:sp>
      <p:sp>
        <p:nvSpPr>
          <p:cNvPr id="19" name="problem-abstain-stripe">
            <a:extLst xmlns:a="http://schemas.openxmlformats.org/drawingml/2006/main">
              <a:ext uri="{FF2B5EF4-FFF2-40B4-BE49-F238E27FC236}">
                <a16:creationId xmlns:a16="http://schemas.microsoft.com/office/drawing/2014/main" id="{966549F5-A522-4AF0-A5D0-3DCCD2A25CE9}"/>
              </a:ext>
            </a:extLst>
          </p:cNvPr>
          <p:cNvSpPr>
            <a:spLocks xmlns:a="http://schemas.openxmlformats.org/drawingml/2006/main" noGrp="1"/>
          </p:cNvSpPr>
          <p:nvPr/>
        </p:nvSpPr>
        <p:spPr>
          <a:xfrm xmlns:a="http://schemas.openxmlformats.org/drawingml/2006/main">
            <a:off x="762000" y="5562600"/>
            <a:ext cx="38100" cy="428625"/>
          </a:xfrm>
          <a:prstGeom xmlns:a="http://schemas.openxmlformats.org/drawingml/2006/main" prst="rect">
            <a:avLst/>
          </a:prstGeom>
          <a:solidFill xmlns:a="http://schemas.openxmlformats.org/drawingml/2006/main">
            <a:srgbClr val="C78A38"/>
          </a:solidFill>
          <a:ln xmlns:a="http://schemas.openxmlformats.org/drawingml/2006/main" w="0">
            <a:noFill/>
            <a:prstDash val="solid"/>
          </a:ln>
        </p:spPr>
      </p:sp>
      <p:sp>
        <p:nvSpPr>
          <p:cNvPr id="20" name="problem-abstain">
            <a:extLst xmlns:a="http://schemas.openxmlformats.org/drawingml/2006/main">
              <a:ext uri="{FF2B5EF4-FFF2-40B4-BE49-F238E27FC236}">
                <a16:creationId xmlns:a16="http://schemas.microsoft.com/office/drawing/2014/main" id="{C0A0FF0A-743E-40DB-8D3E-DC6B063B9DCC}"/>
              </a:ext>
            </a:extLst>
          </p:cNvPr>
          <p:cNvSpPr>
            <a:spLocks xmlns:a="http://schemas.openxmlformats.org/drawingml/2006/main" noGrp="1"/>
          </p:cNvSpPr>
          <p:nvPr/>
        </p:nvSpPr>
        <p:spPr>
          <a:xfrm xmlns:a="http://schemas.openxmlformats.org/drawingml/2006/main">
            <a:off x="942975" y="5562600"/>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274A34"/>
                </a:solidFill>
                <a:latin typeface="Arial"/>
                <a:ea typeface="Arial"/>
                <a:cs typeface="Arial"/>
              </a:defRPr>
            </a:defPPr>
            <a:lvl1pPr algn="l">
              <a:defRPr sz="1425" b="0">
                <a:solidFill>
                  <a:srgbClr val="274A34"/>
                </a:solidFill>
                <a:latin typeface="Arial"/>
                <a:ea typeface="Arial"/>
                <a:cs typeface="Arial"/>
              </a:defRPr>
            </a:lvl1pPr>
            <a:lvl2pPr algn="l">
              <a:defRPr sz="1425" b="0">
                <a:solidFill>
                  <a:srgbClr val="274A34"/>
                </a:solidFill>
                <a:latin typeface="Arial"/>
                <a:ea typeface="Arial"/>
                <a:cs typeface="Arial"/>
              </a:defRPr>
            </a:lvl2pPr>
            <a:lvl3pPr algn="l">
              <a:defRPr sz="1425" b="0">
                <a:solidFill>
                  <a:srgbClr val="274A34"/>
                </a:solidFill>
                <a:latin typeface="Arial"/>
                <a:ea typeface="Arial"/>
                <a:cs typeface="Arial"/>
              </a:defRPr>
            </a:lvl3pPr>
            <a:lvl4pPr algn="l">
              <a:defRPr sz="1425" b="0">
                <a:solidFill>
                  <a:srgbClr val="274A34"/>
                </a:solidFill>
                <a:latin typeface="Arial"/>
                <a:ea typeface="Arial"/>
                <a:cs typeface="Arial"/>
              </a:defRPr>
            </a:lvl4pPr>
            <a:lvl5pPr algn="l">
              <a:defRPr sz="1425" b="0">
                <a:solidFill>
                  <a:srgbClr val="274A34"/>
                </a:solidFill>
                <a:latin typeface="Arial"/>
                <a:ea typeface="Arial"/>
                <a:cs typeface="Arial"/>
              </a:defRPr>
            </a:lvl5pPr>
            <a:lvl6pPr algn="l">
              <a:defRPr sz="1425" b="0">
                <a:solidFill>
                  <a:srgbClr val="274A34"/>
                </a:solidFill>
                <a:latin typeface="Arial"/>
                <a:ea typeface="Arial"/>
                <a:cs typeface="Arial"/>
              </a:defRPr>
            </a:lvl6pPr>
            <a:lvl7pPr algn="l">
              <a:defRPr sz="1425" b="0">
                <a:solidFill>
                  <a:srgbClr val="274A34"/>
                </a:solidFill>
                <a:latin typeface="Arial"/>
                <a:ea typeface="Arial"/>
                <a:cs typeface="Arial"/>
              </a:defRPr>
            </a:lvl7pPr>
            <a:lvl8pPr algn="l">
              <a:defRPr sz="1425" b="0">
                <a:solidFill>
                  <a:srgbClr val="274A34"/>
                </a:solidFill>
                <a:latin typeface="Arial"/>
                <a:ea typeface="Arial"/>
                <a:cs typeface="Arial"/>
              </a:defRPr>
            </a:lvl8pPr>
            <a:lvl9pPr algn="l">
              <a:defRPr sz="1425" b="0">
                <a:solidFill>
                  <a:srgbClr val="274A34"/>
                </a:solidFill>
                <a:latin typeface="Arial"/>
                <a:ea typeface="Arial"/>
                <a:cs typeface="Arial"/>
              </a:defRPr>
            </a:lvl9pPr>
          </a:lstStyle>
          <a:p xmlns:a="http://schemas.openxmlformats.org/drawingml/2006/main">
            <a:pPr algn="l">
              <a:defRPr sz="1425" b="0">
                <a:solidFill>
                  <a:srgbClr val="274A34"/>
                </a:solidFill>
                <a:latin typeface="Arial"/>
                <a:ea typeface="Arial"/>
                <a:cs typeface="Arial"/>
              </a:defRPr>
            </a:pPr>
            <a:r>
              <a:rPr sz="1425" b="0">
                <a:solidFill>
                  <a:srgbClr val="274A34"/>
                </a:solidFill>
                <a:latin typeface="Arial"/>
                <a:ea typeface="Arial"/>
                <a:cs typeface="Arial"/>
              </a:rPr>
              <a:t>When evidence is too thin or stale, the system asks for better information instead of guessing.</a:t>
            </a:r>
          </a:p>
        </p:txBody>
      </p:sp>
    </p:spTree>
    <p:extLst>
      <p:ext uri="{BB962C8B-B14F-4D97-AF65-F5344CB8AC3E}">
        <p14:creationId xmlns:p14="http://schemas.microsoft.com/office/powerpoint/2010/main" val="1104434605"/>
      </p:ext>
    </p:extLst>
  </p:cSld>
</p:sld>
</file>

<file path=ppt/slides/slide3.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38" name="slide-3-index">
            <a:extLst xmlns:a="http://schemas.openxmlformats.org/drawingml/2006/main">
              <a:ext uri="{FF2B5EF4-FFF2-40B4-BE49-F238E27FC236}">
                <a16:creationId xmlns:a16="http://schemas.microsoft.com/office/drawing/2014/main" id="{39CF6EEC-091B-4895-8106-80A46A4F595F}"/>
              </a:ext>
            </a:extLst>
          </p:cNvPr>
          <p:cNvSpPr>
            <a:spLocks xmlns:a="http://schemas.openxmlformats.org/drawingml/2006/main" noGrp="1"/>
          </p:cNvSpPr>
          <p:nvPr/>
        </p:nvSpPr>
        <p:spPr>
          <a:xfrm xmlns:a="http://schemas.openxmlformats.org/drawingml/2006/main">
            <a:off x="742950" y="4667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44724E"/>
                </a:solidFill>
                <a:latin typeface="Arial"/>
                <a:ea typeface="Arial"/>
                <a:cs typeface="Arial"/>
              </a:defRPr>
            </a:defPPr>
            <a:lvl1pPr algn="l">
              <a:defRPr sz="900" b="1">
                <a:solidFill>
                  <a:srgbClr val="44724E"/>
                </a:solidFill>
                <a:latin typeface="Arial"/>
                <a:ea typeface="Arial"/>
                <a:cs typeface="Arial"/>
              </a:defRPr>
            </a:lvl1pPr>
            <a:lvl2pPr algn="l">
              <a:defRPr sz="900" b="1">
                <a:solidFill>
                  <a:srgbClr val="44724E"/>
                </a:solidFill>
                <a:latin typeface="Arial"/>
                <a:ea typeface="Arial"/>
                <a:cs typeface="Arial"/>
              </a:defRPr>
            </a:lvl2pPr>
            <a:lvl3pPr algn="l">
              <a:defRPr sz="900" b="1">
                <a:solidFill>
                  <a:srgbClr val="44724E"/>
                </a:solidFill>
                <a:latin typeface="Arial"/>
                <a:ea typeface="Arial"/>
                <a:cs typeface="Arial"/>
              </a:defRPr>
            </a:lvl3pPr>
            <a:lvl4pPr algn="l">
              <a:defRPr sz="900" b="1">
                <a:solidFill>
                  <a:srgbClr val="44724E"/>
                </a:solidFill>
                <a:latin typeface="Arial"/>
                <a:ea typeface="Arial"/>
                <a:cs typeface="Arial"/>
              </a:defRPr>
            </a:lvl4pPr>
            <a:lvl5pPr algn="l">
              <a:defRPr sz="900" b="1">
                <a:solidFill>
                  <a:srgbClr val="44724E"/>
                </a:solidFill>
                <a:latin typeface="Arial"/>
                <a:ea typeface="Arial"/>
                <a:cs typeface="Arial"/>
              </a:defRPr>
            </a:lvl5pPr>
            <a:lvl6pPr algn="l">
              <a:defRPr sz="900" b="1">
                <a:solidFill>
                  <a:srgbClr val="44724E"/>
                </a:solidFill>
                <a:latin typeface="Arial"/>
                <a:ea typeface="Arial"/>
                <a:cs typeface="Arial"/>
              </a:defRPr>
            </a:lvl6pPr>
            <a:lvl7pPr algn="l">
              <a:defRPr sz="900" b="1">
                <a:solidFill>
                  <a:srgbClr val="44724E"/>
                </a:solidFill>
                <a:latin typeface="Arial"/>
                <a:ea typeface="Arial"/>
                <a:cs typeface="Arial"/>
              </a:defRPr>
            </a:lvl7pPr>
            <a:lvl8pPr algn="l">
              <a:defRPr sz="900" b="1">
                <a:solidFill>
                  <a:srgbClr val="44724E"/>
                </a:solidFill>
                <a:latin typeface="Arial"/>
                <a:ea typeface="Arial"/>
                <a:cs typeface="Arial"/>
              </a:defRPr>
            </a:lvl8pPr>
            <a:lvl9pPr algn="l">
              <a:defRPr sz="900" b="1">
                <a:solidFill>
                  <a:srgbClr val="44724E"/>
                </a:solidFill>
                <a:latin typeface="Arial"/>
                <a:ea typeface="Arial"/>
                <a:cs typeface="Arial"/>
              </a:defRPr>
            </a:lvl9pPr>
          </a:lstStyle>
          <a:p xmlns:a="http://schemas.openxmlformats.org/drawingml/2006/main">
            <a:pPr algn="l">
              <a:defRPr sz="900" b="1">
                <a:solidFill>
                  <a:srgbClr val="44724E"/>
                </a:solidFill>
                <a:latin typeface="Arial"/>
                <a:ea typeface="Arial"/>
                <a:cs typeface="Arial"/>
              </a:defRPr>
            </a:pPr>
            <a:r>
              <a:rPr sz="900" b="1">
                <a:solidFill>
                  <a:srgbClr val="44724E"/>
                </a:solidFill>
                <a:latin typeface="Arial"/>
                <a:ea typeface="Arial"/>
                <a:cs typeface="Arial"/>
              </a:rPr>
              <a:t>OPEN AGENT MAIZE   /   03</a:t>
            </a:r>
          </a:p>
        </p:txBody>
      </p:sp>
      <p:sp>
        <p:nvSpPr>
          <p:cNvPr id="2" name="slide-3-title">
            <a:extLst xmlns:a="http://schemas.openxmlformats.org/drawingml/2006/main">
              <a:ext uri="{FF2B5EF4-FFF2-40B4-BE49-F238E27FC236}">
                <a16:creationId xmlns:a16="http://schemas.microsoft.com/office/drawing/2014/main" id="{70EA1346-6AC8-476E-AC37-D2874ECC5C1C}"/>
              </a:ext>
            </a:extLst>
          </p:cNvPr>
          <p:cNvSpPr>
            <a:spLocks xmlns:a="http://schemas.openxmlformats.org/drawingml/2006/main" noGrp="1"/>
          </p:cNvSpPr>
          <p:nvPr/>
        </p:nvSpPr>
        <p:spPr>
          <a:xfrm xmlns:a="http://schemas.openxmlformats.org/drawingml/2006/main">
            <a:off x="742950" y="790575"/>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75" b="0">
                <a:solidFill>
                  <a:srgbClr val="183525"/>
                </a:solidFill>
                <a:latin typeface="Georgia"/>
                <a:ea typeface="Georgia"/>
                <a:cs typeface="Georgia"/>
              </a:defRPr>
            </a:defPPr>
            <a:lvl1pPr algn="l">
              <a:defRPr sz="3675" b="0">
                <a:solidFill>
                  <a:srgbClr val="183525"/>
                </a:solidFill>
                <a:latin typeface="Georgia"/>
                <a:ea typeface="Georgia"/>
                <a:cs typeface="Georgia"/>
              </a:defRPr>
            </a:lvl1pPr>
            <a:lvl2pPr algn="l">
              <a:defRPr sz="3675" b="0">
                <a:solidFill>
                  <a:srgbClr val="183525"/>
                </a:solidFill>
                <a:latin typeface="Georgia"/>
                <a:ea typeface="Georgia"/>
                <a:cs typeface="Georgia"/>
              </a:defRPr>
            </a:lvl2pPr>
            <a:lvl3pPr algn="l">
              <a:defRPr sz="3675" b="0">
                <a:solidFill>
                  <a:srgbClr val="183525"/>
                </a:solidFill>
                <a:latin typeface="Georgia"/>
                <a:ea typeface="Georgia"/>
                <a:cs typeface="Georgia"/>
              </a:defRPr>
            </a:lvl3pPr>
            <a:lvl4pPr algn="l">
              <a:defRPr sz="3675" b="0">
                <a:solidFill>
                  <a:srgbClr val="183525"/>
                </a:solidFill>
                <a:latin typeface="Georgia"/>
                <a:ea typeface="Georgia"/>
                <a:cs typeface="Georgia"/>
              </a:defRPr>
            </a:lvl4pPr>
            <a:lvl5pPr algn="l">
              <a:defRPr sz="3675" b="0">
                <a:solidFill>
                  <a:srgbClr val="183525"/>
                </a:solidFill>
                <a:latin typeface="Georgia"/>
                <a:ea typeface="Georgia"/>
                <a:cs typeface="Georgia"/>
              </a:defRPr>
            </a:lvl5pPr>
            <a:lvl6pPr algn="l">
              <a:defRPr sz="3675" b="0">
                <a:solidFill>
                  <a:srgbClr val="183525"/>
                </a:solidFill>
                <a:latin typeface="Georgia"/>
                <a:ea typeface="Georgia"/>
                <a:cs typeface="Georgia"/>
              </a:defRPr>
            </a:lvl6pPr>
            <a:lvl7pPr algn="l">
              <a:defRPr sz="3675" b="0">
                <a:solidFill>
                  <a:srgbClr val="183525"/>
                </a:solidFill>
                <a:latin typeface="Georgia"/>
                <a:ea typeface="Georgia"/>
                <a:cs typeface="Georgia"/>
              </a:defRPr>
            </a:lvl7pPr>
            <a:lvl8pPr algn="l">
              <a:defRPr sz="3675" b="0">
                <a:solidFill>
                  <a:srgbClr val="183525"/>
                </a:solidFill>
                <a:latin typeface="Georgia"/>
                <a:ea typeface="Georgia"/>
                <a:cs typeface="Georgia"/>
              </a:defRPr>
            </a:lvl8pPr>
            <a:lvl9pPr algn="l">
              <a:defRPr sz="3675" b="0">
                <a:solidFill>
                  <a:srgbClr val="183525"/>
                </a:solidFill>
                <a:latin typeface="Georgia"/>
                <a:ea typeface="Georgia"/>
                <a:cs typeface="Georgia"/>
              </a:defRPr>
            </a:lvl9pPr>
          </a:lstStyle>
          <a:p xmlns:a="http://schemas.openxmlformats.org/drawingml/2006/main">
            <a:pPr algn="l">
              <a:defRPr sz="3675" b="0">
                <a:solidFill>
                  <a:srgbClr val="183525"/>
                </a:solidFill>
                <a:latin typeface="Georgia"/>
                <a:ea typeface="Georgia"/>
                <a:cs typeface="Georgia"/>
              </a:defRPr>
            </a:pPr>
            <a:r>
              <a:rPr sz="3675" b="0">
                <a:solidFill>
                  <a:srgbClr val="183525"/>
                </a:solidFill>
                <a:latin typeface="Georgia"/>
                <a:ea typeface="Georgia"/>
                <a:cs typeface="Georgia"/>
              </a:rPr>
              <a:t>One case moves through a bounded review</a:t>
            </a:r>
          </a:p>
        </p:txBody>
      </p:sp>
      <p:sp>
        <p:nvSpPr>
          <p:cNvPr id="3" name="slide-3-subtitle">
            <a:extLst xmlns:a="http://schemas.openxmlformats.org/drawingml/2006/main">
              <a:ext uri="{FF2B5EF4-FFF2-40B4-BE49-F238E27FC236}">
                <a16:creationId xmlns:a16="http://schemas.microsoft.com/office/drawing/2014/main" id="{63F849D2-33B9-4057-8798-ADC1B5EAC469}"/>
              </a:ext>
            </a:extLst>
          </p:cNvPr>
          <p:cNvSpPr>
            <a:spLocks xmlns:a="http://schemas.openxmlformats.org/drawingml/2006/main" noGrp="1"/>
          </p:cNvSpPr>
          <p:nvPr/>
        </p:nvSpPr>
        <p:spPr>
          <a:xfrm xmlns:a="http://schemas.openxmlformats.org/drawingml/2006/main">
            <a:off x="762000" y="15049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9766B"/>
                </a:solidFill>
                <a:latin typeface="Arial"/>
                <a:ea typeface="Arial"/>
                <a:cs typeface="Arial"/>
              </a:defRPr>
            </a:defPPr>
            <a:lvl1pPr algn="l">
              <a:defRPr sz="1500" b="0">
                <a:solidFill>
                  <a:srgbClr val="69766B"/>
                </a:solidFill>
                <a:latin typeface="Arial"/>
                <a:ea typeface="Arial"/>
                <a:cs typeface="Arial"/>
              </a:defRPr>
            </a:lvl1pPr>
            <a:lvl2pPr algn="l">
              <a:defRPr sz="1500" b="0">
                <a:solidFill>
                  <a:srgbClr val="69766B"/>
                </a:solidFill>
                <a:latin typeface="Arial"/>
                <a:ea typeface="Arial"/>
                <a:cs typeface="Arial"/>
              </a:defRPr>
            </a:lvl2pPr>
            <a:lvl3pPr algn="l">
              <a:defRPr sz="1500" b="0">
                <a:solidFill>
                  <a:srgbClr val="69766B"/>
                </a:solidFill>
                <a:latin typeface="Arial"/>
                <a:ea typeface="Arial"/>
                <a:cs typeface="Arial"/>
              </a:defRPr>
            </a:lvl3pPr>
            <a:lvl4pPr algn="l">
              <a:defRPr sz="1500" b="0">
                <a:solidFill>
                  <a:srgbClr val="69766B"/>
                </a:solidFill>
                <a:latin typeface="Arial"/>
                <a:ea typeface="Arial"/>
                <a:cs typeface="Arial"/>
              </a:defRPr>
            </a:lvl4pPr>
            <a:lvl5pPr algn="l">
              <a:defRPr sz="1500" b="0">
                <a:solidFill>
                  <a:srgbClr val="69766B"/>
                </a:solidFill>
                <a:latin typeface="Arial"/>
                <a:ea typeface="Arial"/>
                <a:cs typeface="Arial"/>
              </a:defRPr>
            </a:lvl5pPr>
            <a:lvl6pPr algn="l">
              <a:defRPr sz="1500" b="0">
                <a:solidFill>
                  <a:srgbClr val="69766B"/>
                </a:solidFill>
                <a:latin typeface="Arial"/>
                <a:ea typeface="Arial"/>
                <a:cs typeface="Arial"/>
              </a:defRPr>
            </a:lvl6pPr>
            <a:lvl7pPr algn="l">
              <a:defRPr sz="1500" b="0">
                <a:solidFill>
                  <a:srgbClr val="69766B"/>
                </a:solidFill>
                <a:latin typeface="Arial"/>
                <a:ea typeface="Arial"/>
                <a:cs typeface="Arial"/>
              </a:defRPr>
            </a:lvl7pPr>
            <a:lvl8pPr algn="l">
              <a:defRPr sz="1500" b="0">
                <a:solidFill>
                  <a:srgbClr val="69766B"/>
                </a:solidFill>
                <a:latin typeface="Arial"/>
                <a:ea typeface="Arial"/>
                <a:cs typeface="Arial"/>
              </a:defRPr>
            </a:lvl8pPr>
            <a:lvl9pPr algn="l">
              <a:defRPr sz="1500" b="0">
                <a:solidFill>
                  <a:srgbClr val="69766B"/>
                </a:solidFill>
                <a:latin typeface="Arial"/>
                <a:ea typeface="Arial"/>
                <a:cs typeface="Arial"/>
              </a:defRPr>
            </a:lvl9pPr>
          </a:lstStyle>
          <a:p xmlns:a="http://schemas.openxmlformats.org/drawingml/2006/main">
            <a:pPr algn="l">
              <a:defRPr sz="1500" b="0">
                <a:solidFill>
                  <a:srgbClr val="69766B"/>
                </a:solidFill>
                <a:latin typeface="Arial"/>
                <a:ea typeface="Arial"/>
                <a:cs typeface="Arial"/>
              </a:defRPr>
            </a:pPr>
            <a:r>
              <a:rPr sz="1500" b="0">
                <a:solidFill>
                  <a:srgbClr val="69766B"/>
                </a:solidFill>
                <a:latin typeface="Arial"/>
                <a:ea typeface="Arial"/>
                <a:cs typeface="Arial"/>
              </a:rPr>
              <a:t>Each claim keeps its evidence, owner and review status.</a:t>
            </a:r>
          </a:p>
        </p:txBody>
      </p:sp>
      <p:sp>
        <p:nvSpPr>
          <p:cNvPr id="4" name="slide-3-header-rule">
            <a:extLst xmlns:a="http://schemas.openxmlformats.org/drawingml/2006/main">
              <a:ext uri="{FF2B5EF4-FFF2-40B4-BE49-F238E27FC236}">
                <a16:creationId xmlns:a16="http://schemas.microsoft.com/office/drawing/2014/main" id="{AF7BD6C0-0A72-46A4-B9F8-6C0E83EAFDE3}"/>
              </a:ext>
            </a:extLst>
          </p:cNvPr>
          <p:cNvSpPr>
            <a:spLocks xmlns:a="http://schemas.openxmlformats.org/drawingml/2006/main" noGrp="1"/>
          </p:cNvSpPr>
          <p:nvPr/>
        </p:nvSpPr>
        <p:spPr>
          <a:xfrm xmlns:a="http://schemas.openxmlformats.org/drawingml/2006/main">
            <a:off x="742950" y="2009775"/>
            <a:ext cx="107061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5" name="workflow-stage-1">
            <a:extLst xmlns:a="http://schemas.openxmlformats.org/drawingml/2006/main">
              <a:ext uri="{FF2B5EF4-FFF2-40B4-BE49-F238E27FC236}">
                <a16:creationId xmlns:a16="http://schemas.microsoft.com/office/drawing/2014/main" id="{99E852ED-4E66-4A4A-BA02-3E5945344F99}"/>
              </a:ext>
            </a:extLst>
          </p:cNvPr>
          <p:cNvSpPr>
            <a:spLocks xmlns:a="http://schemas.openxmlformats.org/drawingml/2006/main" noGrp="1"/>
          </p:cNvSpPr>
          <p:nvPr/>
        </p:nvSpPr>
        <p:spPr>
          <a:xfrm xmlns:a="http://schemas.openxmlformats.org/drawingml/2006/main">
            <a:off x="742950" y="2647950"/>
            <a:ext cx="1657350" cy="1743075"/>
          </a:xfrm>
          <a:prstGeom xmlns:a="http://schemas.openxmlformats.org/drawingml/2006/main" prst="rect">
            <a:avLst/>
          </a:prstGeom>
          <a:solidFill xmlns:a="http://schemas.openxmlformats.org/drawingml/2006/main">
            <a:srgbClr val="F4F2E9"/>
          </a:solidFill>
          <a:ln xmlns:a="http://schemas.openxmlformats.org/drawingml/2006/main" w="0">
            <a:noFill/>
            <a:prstDash val="solid"/>
          </a:ln>
        </p:spPr>
      </p:sp>
      <p:sp>
        <p:nvSpPr>
          <p:cNvPr id="6" name="workflow-stage-1-accent">
            <a:extLst xmlns:a="http://schemas.openxmlformats.org/drawingml/2006/main">
              <a:ext uri="{FF2B5EF4-FFF2-40B4-BE49-F238E27FC236}">
                <a16:creationId xmlns:a16="http://schemas.microsoft.com/office/drawing/2014/main" id="{F5901603-ECBE-4430-823B-F3C8A1E8FACB}"/>
              </a:ext>
            </a:extLst>
          </p:cNvPr>
          <p:cNvSpPr>
            <a:spLocks xmlns:a="http://schemas.openxmlformats.org/drawingml/2006/main" noGrp="1"/>
          </p:cNvSpPr>
          <p:nvPr/>
        </p:nvSpPr>
        <p:spPr>
          <a:xfrm xmlns:a="http://schemas.openxmlformats.org/drawingml/2006/main">
            <a:off x="742950" y="2647950"/>
            <a:ext cx="1657350" cy="47625"/>
          </a:xfrm>
          <a:prstGeom xmlns:a="http://schemas.openxmlformats.org/drawingml/2006/main" prst="rect">
            <a:avLst/>
          </a:prstGeom>
          <a:solidFill xmlns:a="http://schemas.openxmlformats.org/drawingml/2006/main">
            <a:srgbClr val="C78A38"/>
          </a:solidFill>
          <a:ln xmlns:a="http://schemas.openxmlformats.org/drawingml/2006/main" w="0">
            <a:noFill/>
            <a:prstDash val="solid"/>
          </a:ln>
        </p:spPr>
      </p:sp>
      <p:sp>
        <p:nvSpPr>
          <p:cNvPr id="7" name="workflow-stage-1-number">
            <a:extLst xmlns:a="http://schemas.openxmlformats.org/drawingml/2006/main">
              <a:ext uri="{FF2B5EF4-FFF2-40B4-BE49-F238E27FC236}">
                <a16:creationId xmlns:a16="http://schemas.microsoft.com/office/drawing/2014/main" id="{36B3FAD7-815A-40FF-B047-4BBF351199C2}"/>
              </a:ext>
            </a:extLst>
          </p:cNvPr>
          <p:cNvSpPr>
            <a:spLocks xmlns:a="http://schemas.openxmlformats.org/drawingml/2006/main" noGrp="1"/>
          </p:cNvSpPr>
          <p:nvPr/>
        </p:nvSpPr>
        <p:spPr>
          <a:xfrm xmlns:a="http://schemas.openxmlformats.org/drawingml/2006/main">
            <a:off x="895350" y="2847975"/>
            <a:ext cx="323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C78A38"/>
                </a:solidFill>
                <a:latin typeface="Arial"/>
                <a:ea typeface="Arial"/>
                <a:cs typeface="Arial"/>
              </a:defRPr>
            </a:defPPr>
            <a:lvl1pPr algn="l">
              <a:defRPr sz="975" b="1">
                <a:solidFill>
                  <a:srgbClr val="C78A38"/>
                </a:solidFill>
                <a:latin typeface="Arial"/>
                <a:ea typeface="Arial"/>
                <a:cs typeface="Arial"/>
              </a:defRPr>
            </a:lvl1pPr>
            <a:lvl2pPr algn="l">
              <a:defRPr sz="975" b="1">
                <a:solidFill>
                  <a:srgbClr val="C78A38"/>
                </a:solidFill>
                <a:latin typeface="Arial"/>
                <a:ea typeface="Arial"/>
                <a:cs typeface="Arial"/>
              </a:defRPr>
            </a:lvl2pPr>
            <a:lvl3pPr algn="l">
              <a:defRPr sz="975" b="1">
                <a:solidFill>
                  <a:srgbClr val="C78A38"/>
                </a:solidFill>
                <a:latin typeface="Arial"/>
                <a:ea typeface="Arial"/>
                <a:cs typeface="Arial"/>
              </a:defRPr>
            </a:lvl3pPr>
            <a:lvl4pPr algn="l">
              <a:defRPr sz="975" b="1">
                <a:solidFill>
                  <a:srgbClr val="C78A38"/>
                </a:solidFill>
                <a:latin typeface="Arial"/>
                <a:ea typeface="Arial"/>
                <a:cs typeface="Arial"/>
              </a:defRPr>
            </a:lvl4pPr>
            <a:lvl5pPr algn="l">
              <a:defRPr sz="975" b="1">
                <a:solidFill>
                  <a:srgbClr val="C78A38"/>
                </a:solidFill>
                <a:latin typeface="Arial"/>
                <a:ea typeface="Arial"/>
                <a:cs typeface="Arial"/>
              </a:defRPr>
            </a:lvl5pPr>
            <a:lvl6pPr algn="l">
              <a:defRPr sz="975" b="1">
                <a:solidFill>
                  <a:srgbClr val="C78A38"/>
                </a:solidFill>
                <a:latin typeface="Arial"/>
                <a:ea typeface="Arial"/>
                <a:cs typeface="Arial"/>
              </a:defRPr>
            </a:lvl6pPr>
            <a:lvl7pPr algn="l">
              <a:defRPr sz="975" b="1">
                <a:solidFill>
                  <a:srgbClr val="C78A38"/>
                </a:solidFill>
                <a:latin typeface="Arial"/>
                <a:ea typeface="Arial"/>
                <a:cs typeface="Arial"/>
              </a:defRPr>
            </a:lvl7pPr>
            <a:lvl8pPr algn="l">
              <a:defRPr sz="975" b="1">
                <a:solidFill>
                  <a:srgbClr val="C78A38"/>
                </a:solidFill>
                <a:latin typeface="Arial"/>
                <a:ea typeface="Arial"/>
                <a:cs typeface="Arial"/>
              </a:defRPr>
            </a:lvl8pPr>
            <a:lvl9pPr algn="l">
              <a:defRPr sz="975" b="1">
                <a:solidFill>
                  <a:srgbClr val="C78A38"/>
                </a:solidFill>
                <a:latin typeface="Arial"/>
                <a:ea typeface="Arial"/>
                <a:cs typeface="Arial"/>
              </a:defRPr>
            </a:lvl9pPr>
          </a:lstStyle>
          <a:p xmlns:a="http://schemas.openxmlformats.org/drawingml/2006/main">
            <a:pPr algn="l">
              <a:defRPr sz="975" b="1">
                <a:solidFill>
                  <a:srgbClr val="C78A38"/>
                </a:solidFill>
                <a:latin typeface="Arial"/>
                <a:ea typeface="Arial"/>
                <a:cs typeface="Arial"/>
              </a:defRPr>
            </a:pPr>
            <a:r>
              <a:rPr sz="975" b="1">
                <a:solidFill>
                  <a:srgbClr val="C78A38"/>
                </a:solidFill>
                <a:latin typeface="Arial"/>
                <a:ea typeface="Arial"/>
                <a:cs typeface="Arial"/>
              </a:rPr>
              <a:t>01</a:t>
            </a:r>
          </a:p>
        </p:txBody>
      </p:sp>
      <p:sp>
        <p:nvSpPr>
          <p:cNvPr id="8" name="workflow-stage-1-title">
            <a:extLst xmlns:a="http://schemas.openxmlformats.org/drawingml/2006/main">
              <a:ext uri="{FF2B5EF4-FFF2-40B4-BE49-F238E27FC236}">
                <a16:creationId xmlns:a16="http://schemas.microsoft.com/office/drawing/2014/main" id="{2FDAA263-5B30-4DB7-84E2-06327422A321}"/>
              </a:ext>
            </a:extLst>
          </p:cNvPr>
          <p:cNvSpPr>
            <a:spLocks xmlns:a="http://schemas.openxmlformats.org/drawingml/2006/main" noGrp="1"/>
          </p:cNvSpPr>
          <p:nvPr/>
        </p:nvSpPr>
        <p:spPr>
          <a:xfrm xmlns:a="http://schemas.openxmlformats.org/drawingml/2006/main">
            <a:off x="895350" y="3171825"/>
            <a:ext cx="1428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defPPr algn="l">
              <a:defRPr sz="1800" b="0">
                <a:solidFill>
                  <a:srgbClr val="183525"/>
                </a:solidFill>
                <a:latin typeface="Georgia"/>
                <a:ea typeface="Georgia"/>
                <a:cs typeface="Georgia"/>
              </a:defRPr>
            </a:defPPr>
            <a:lvl1pPr algn="l">
              <a:defRPr sz="1800" b="0">
                <a:solidFill>
                  <a:srgbClr val="183525"/>
                </a:solidFill>
                <a:latin typeface="Georgia"/>
                <a:ea typeface="Georgia"/>
                <a:cs typeface="Georgia"/>
              </a:defRPr>
            </a:lvl1pPr>
            <a:lvl2pPr algn="l">
              <a:defRPr sz="1800" b="0">
                <a:solidFill>
                  <a:srgbClr val="183525"/>
                </a:solidFill>
                <a:latin typeface="Georgia"/>
                <a:ea typeface="Georgia"/>
                <a:cs typeface="Georgia"/>
              </a:defRPr>
            </a:lvl2pPr>
            <a:lvl3pPr algn="l">
              <a:defRPr sz="1800" b="0">
                <a:solidFill>
                  <a:srgbClr val="183525"/>
                </a:solidFill>
                <a:latin typeface="Georgia"/>
                <a:ea typeface="Georgia"/>
                <a:cs typeface="Georgia"/>
              </a:defRPr>
            </a:lvl3pPr>
            <a:lvl4pPr algn="l">
              <a:defRPr sz="1800" b="0">
                <a:solidFill>
                  <a:srgbClr val="183525"/>
                </a:solidFill>
                <a:latin typeface="Georgia"/>
                <a:ea typeface="Georgia"/>
                <a:cs typeface="Georgia"/>
              </a:defRPr>
            </a:lvl4pPr>
            <a:lvl5pPr algn="l">
              <a:defRPr sz="1800" b="0">
                <a:solidFill>
                  <a:srgbClr val="183525"/>
                </a:solidFill>
                <a:latin typeface="Georgia"/>
                <a:ea typeface="Georgia"/>
                <a:cs typeface="Georgia"/>
              </a:defRPr>
            </a:lvl5pPr>
            <a:lvl6pPr algn="l">
              <a:defRPr sz="1800" b="0">
                <a:solidFill>
                  <a:srgbClr val="183525"/>
                </a:solidFill>
                <a:latin typeface="Georgia"/>
                <a:ea typeface="Georgia"/>
                <a:cs typeface="Georgia"/>
              </a:defRPr>
            </a:lvl6pPr>
            <a:lvl7pPr algn="l">
              <a:defRPr sz="1800" b="0">
                <a:solidFill>
                  <a:srgbClr val="183525"/>
                </a:solidFill>
                <a:latin typeface="Georgia"/>
                <a:ea typeface="Georgia"/>
                <a:cs typeface="Georgia"/>
              </a:defRPr>
            </a:lvl7pPr>
            <a:lvl8pPr algn="l">
              <a:defRPr sz="1800" b="0">
                <a:solidFill>
                  <a:srgbClr val="183525"/>
                </a:solidFill>
                <a:latin typeface="Georgia"/>
                <a:ea typeface="Georgia"/>
                <a:cs typeface="Georgia"/>
              </a:defRPr>
            </a:lvl8pPr>
            <a:lvl9pPr algn="l">
              <a:defRPr sz="1800" b="0">
                <a:solidFill>
                  <a:srgbClr val="183525"/>
                </a:solidFill>
                <a:latin typeface="Georgia"/>
                <a:ea typeface="Georgia"/>
                <a:cs typeface="Georgia"/>
              </a:defRPr>
            </a:lvl9pPr>
          </a:lstStyle>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Farmer</a:t>
            </a:r>
          </a:p>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request</a:t>
            </a:r>
          </a:p>
        </p:txBody>
      </p:sp>
      <p:sp>
        <p:nvSpPr>
          <p:cNvPr id="9" name="workflow-stage-1-body">
            <a:extLst xmlns:a="http://schemas.openxmlformats.org/drawingml/2006/main">
              <a:ext uri="{FF2B5EF4-FFF2-40B4-BE49-F238E27FC236}">
                <a16:creationId xmlns:a16="http://schemas.microsoft.com/office/drawing/2014/main" id="{B7AA7491-47D5-4B41-A6A1-FDFF7FCB1D52}"/>
              </a:ext>
            </a:extLst>
          </p:cNvPr>
          <p:cNvSpPr>
            <a:spLocks xmlns:a="http://schemas.openxmlformats.org/drawingml/2006/main" noGrp="1"/>
          </p:cNvSpPr>
          <p:nvPr/>
        </p:nvSpPr>
        <p:spPr>
          <a:xfrm xmlns:a="http://schemas.openxmlformats.org/drawingml/2006/main">
            <a:off x="895350" y="3829050"/>
            <a:ext cx="14097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148"/>
          </a:bodyPr>
          <a:lstStyle xmlns:a="http://schemas.openxmlformats.org/drawingml/2006/main">
            <a:defPPr algn="l">
              <a:defRPr sz="1125" b="0">
                <a:solidFill>
                  <a:srgbClr val="69766B"/>
                </a:solidFill>
                <a:latin typeface="Arial"/>
                <a:ea typeface="Arial"/>
                <a:cs typeface="Arial"/>
              </a:defRPr>
            </a:defPPr>
            <a:lvl1pPr algn="l">
              <a:defRPr sz="1125" b="0">
                <a:solidFill>
                  <a:srgbClr val="69766B"/>
                </a:solidFill>
                <a:latin typeface="Arial"/>
                <a:ea typeface="Arial"/>
                <a:cs typeface="Arial"/>
              </a:defRPr>
            </a:lvl1pPr>
            <a:lvl2pPr algn="l">
              <a:defRPr sz="1125" b="0">
                <a:solidFill>
                  <a:srgbClr val="69766B"/>
                </a:solidFill>
                <a:latin typeface="Arial"/>
                <a:ea typeface="Arial"/>
                <a:cs typeface="Arial"/>
              </a:defRPr>
            </a:lvl2pPr>
            <a:lvl3pPr algn="l">
              <a:defRPr sz="1125" b="0">
                <a:solidFill>
                  <a:srgbClr val="69766B"/>
                </a:solidFill>
                <a:latin typeface="Arial"/>
                <a:ea typeface="Arial"/>
                <a:cs typeface="Arial"/>
              </a:defRPr>
            </a:lvl3pPr>
            <a:lvl4pPr algn="l">
              <a:defRPr sz="1125" b="0">
                <a:solidFill>
                  <a:srgbClr val="69766B"/>
                </a:solidFill>
                <a:latin typeface="Arial"/>
                <a:ea typeface="Arial"/>
                <a:cs typeface="Arial"/>
              </a:defRPr>
            </a:lvl4pPr>
            <a:lvl5pPr algn="l">
              <a:defRPr sz="1125" b="0">
                <a:solidFill>
                  <a:srgbClr val="69766B"/>
                </a:solidFill>
                <a:latin typeface="Arial"/>
                <a:ea typeface="Arial"/>
                <a:cs typeface="Arial"/>
              </a:defRPr>
            </a:lvl5pPr>
            <a:lvl6pPr algn="l">
              <a:defRPr sz="1125" b="0">
                <a:solidFill>
                  <a:srgbClr val="69766B"/>
                </a:solidFill>
                <a:latin typeface="Arial"/>
                <a:ea typeface="Arial"/>
                <a:cs typeface="Arial"/>
              </a:defRPr>
            </a:lvl6pPr>
            <a:lvl7pPr algn="l">
              <a:defRPr sz="1125" b="0">
                <a:solidFill>
                  <a:srgbClr val="69766B"/>
                </a:solidFill>
                <a:latin typeface="Arial"/>
                <a:ea typeface="Arial"/>
                <a:cs typeface="Arial"/>
              </a:defRPr>
            </a:lvl7pPr>
            <a:lvl8pPr algn="l">
              <a:defRPr sz="1125" b="0">
                <a:solidFill>
                  <a:srgbClr val="69766B"/>
                </a:solidFill>
                <a:latin typeface="Arial"/>
                <a:ea typeface="Arial"/>
                <a:cs typeface="Arial"/>
              </a:defRPr>
            </a:lvl8pPr>
            <a:lvl9pPr algn="l">
              <a:defRPr sz="1125" b="0">
                <a:solidFill>
                  <a:srgbClr val="69766B"/>
                </a:solidFill>
                <a:latin typeface="Arial"/>
                <a:ea typeface="Arial"/>
                <a:cs typeface="Arial"/>
              </a:defRPr>
            </a:lvl9pPr>
          </a:lstStyle>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County · bags</a:t>
            </a:r>
          </a:p>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storage · offer</a:t>
            </a:r>
          </a:p>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cash need</a:t>
            </a:r>
          </a:p>
        </p:txBody>
      </p:sp>
      <p:sp>
        <p:nvSpPr>
          <p:cNvPr id="10" name="workflow-arrow-1">
            <a:extLst xmlns:a="http://schemas.openxmlformats.org/drawingml/2006/main">
              <a:ext uri="{FF2B5EF4-FFF2-40B4-BE49-F238E27FC236}">
                <a16:creationId xmlns:a16="http://schemas.microsoft.com/office/drawing/2014/main" id="{B4C609E1-28A1-4C96-80D9-2F1FCD57C457}"/>
              </a:ext>
            </a:extLst>
          </p:cNvPr>
          <p:cNvSpPr>
            <a:spLocks xmlns:a="http://schemas.openxmlformats.org/drawingml/2006/main" noGrp="1"/>
          </p:cNvSpPr>
          <p:nvPr/>
        </p:nvSpPr>
        <p:spPr>
          <a:xfrm xmlns:a="http://schemas.openxmlformats.org/drawingml/2006/main">
            <a:off x="2466975" y="3209925"/>
            <a:ext cx="371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250" b="0">
                <a:solidFill>
                  <a:srgbClr val="C78A38"/>
                </a:solidFill>
                <a:latin typeface="Georgia"/>
                <a:ea typeface="Georgia"/>
                <a:cs typeface="Georgia"/>
              </a:defRPr>
            </a:defPPr>
            <a:lvl1pPr algn="ctr">
              <a:defRPr sz="2250" b="0">
                <a:solidFill>
                  <a:srgbClr val="C78A38"/>
                </a:solidFill>
                <a:latin typeface="Georgia"/>
                <a:ea typeface="Georgia"/>
                <a:cs typeface="Georgia"/>
              </a:defRPr>
            </a:lvl1pPr>
            <a:lvl2pPr algn="ctr">
              <a:defRPr sz="2250" b="0">
                <a:solidFill>
                  <a:srgbClr val="C78A38"/>
                </a:solidFill>
                <a:latin typeface="Georgia"/>
                <a:ea typeface="Georgia"/>
                <a:cs typeface="Georgia"/>
              </a:defRPr>
            </a:lvl2pPr>
            <a:lvl3pPr algn="ctr">
              <a:defRPr sz="2250" b="0">
                <a:solidFill>
                  <a:srgbClr val="C78A38"/>
                </a:solidFill>
                <a:latin typeface="Georgia"/>
                <a:ea typeface="Georgia"/>
                <a:cs typeface="Georgia"/>
              </a:defRPr>
            </a:lvl3pPr>
            <a:lvl4pPr algn="ctr">
              <a:defRPr sz="2250" b="0">
                <a:solidFill>
                  <a:srgbClr val="C78A38"/>
                </a:solidFill>
                <a:latin typeface="Georgia"/>
                <a:ea typeface="Georgia"/>
                <a:cs typeface="Georgia"/>
              </a:defRPr>
            </a:lvl4pPr>
            <a:lvl5pPr algn="ctr">
              <a:defRPr sz="2250" b="0">
                <a:solidFill>
                  <a:srgbClr val="C78A38"/>
                </a:solidFill>
                <a:latin typeface="Georgia"/>
                <a:ea typeface="Georgia"/>
                <a:cs typeface="Georgia"/>
              </a:defRPr>
            </a:lvl5pPr>
            <a:lvl6pPr algn="ctr">
              <a:defRPr sz="2250" b="0">
                <a:solidFill>
                  <a:srgbClr val="C78A38"/>
                </a:solidFill>
                <a:latin typeface="Georgia"/>
                <a:ea typeface="Georgia"/>
                <a:cs typeface="Georgia"/>
              </a:defRPr>
            </a:lvl6pPr>
            <a:lvl7pPr algn="ctr">
              <a:defRPr sz="2250" b="0">
                <a:solidFill>
                  <a:srgbClr val="C78A38"/>
                </a:solidFill>
                <a:latin typeface="Georgia"/>
                <a:ea typeface="Georgia"/>
                <a:cs typeface="Georgia"/>
              </a:defRPr>
            </a:lvl7pPr>
            <a:lvl8pPr algn="ctr">
              <a:defRPr sz="2250" b="0">
                <a:solidFill>
                  <a:srgbClr val="C78A38"/>
                </a:solidFill>
                <a:latin typeface="Georgia"/>
                <a:ea typeface="Georgia"/>
                <a:cs typeface="Georgia"/>
              </a:defRPr>
            </a:lvl8pPr>
            <a:lvl9pPr algn="ctr">
              <a:defRPr sz="2250" b="0">
                <a:solidFill>
                  <a:srgbClr val="C78A38"/>
                </a:solidFill>
                <a:latin typeface="Georgia"/>
                <a:ea typeface="Georgia"/>
                <a:cs typeface="Georgia"/>
              </a:defRPr>
            </a:lvl9pPr>
          </a:lstStyle>
          <a:p xmlns:a="http://schemas.openxmlformats.org/drawingml/2006/main">
            <a:pPr algn="ctr">
              <a:defRPr sz="2250" b="0">
                <a:solidFill>
                  <a:srgbClr val="C78A38"/>
                </a:solidFill>
                <a:latin typeface="Georgia"/>
                <a:ea typeface="Georgia"/>
                <a:cs typeface="Georgia"/>
              </a:defRPr>
            </a:pPr>
            <a:r>
              <a:rPr sz="2250" b="0">
                <a:solidFill>
                  <a:srgbClr val="C78A38"/>
                </a:solidFill>
                <a:latin typeface="Georgia"/>
                <a:ea typeface="Georgia"/>
                <a:cs typeface="Georgia"/>
              </a:rPr>
              <a:t>→</a:t>
            </a:r>
          </a:p>
        </p:txBody>
      </p:sp>
      <p:sp>
        <p:nvSpPr>
          <p:cNvPr id="11" name="workflow-stage-2">
            <a:extLst xmlns:a="http://schemas.openxmlformats.org/drawingml/2006/main">
              <a:ext uri="{FF2B5EF4-FFF2-40B4-BE49-F238E27FC236}">
                <a16:creationId xmlns:a16="http://schemas.microsoft.com/office/drawing/2014/main" id="{34BFD616-C5B1-431C-8BBB-3F0C52FDDEE1}"/>
              </a:ext>
            </a:extLst>
          </p:cNvPr>
          <p:cNvSpPr>
            <a:spLocks xmlns:a="http://schemas.openxmlformats.org/drawingml/2006/main" noGrp="1"/>
          </p:cNvSpPr>
          <p:nvPr/>
        </p:nvSpPr>
        <p:spPr>
          <a:xfrm xmlns:a="http://schemas.openxmlformats.org/drawingml/2006/main">
            <a:off x="2876550" y="2647950"/>
            <a:ext cx="1657350" cy="1743075"/>
          </a:xfrm>
          <a:prstGeom xmlns:a="http://schemas.openxmlformats.org/drawingml/2006/main" prst="rect">
            <a:avLst/>
          </a:prstGeom>
          <a:solidFill xmlns:a="http://schemas.openxmlformats.org/drawingml/2006/main">
            <a:srgbClr val="E6EEE4"/>
          </a:solidFill>
          <a:ln xmlns:a="http://schemas.openxmlformats.org/drawingml/2006/main" w="0">
            <a:noFill/>
            <a:prstDash val="solid"/>
          </a:ln>
        </p:spPr>
      </p:sp>
      <p:sp>
        <p:nvSpPr>
          <p:cNvPr id="12" name="workflow-stage-2-accent">
            <a:extLst xmlns:a="http://schemas.openxmlformats.org/drawingml/2006/main">
              <a:ext uri="{FF2B5EF4-FFF2-40B4-BE49-F238E27FC236}">
                <a16:creationId xmlns:a16="http://schemas.microsoft.com/office/drawing/2014/main" id="{3EB39415-87A3-487D-BE36-AAB6F47BA8DC}"/>
              </a:ext>
            </a:extLst>
          </p:cNvPr>
          <p:cNvSpPr>
            <a:spLocks xmlns:a="http://schemas.openxmlformats.org/drawingml/2006/main" noGrp="1"/>
          </p:cNvSpPr>
          <p:nvPr/>
        </p:nvSpPr>
        <p:spPr>
          <a:xfrm xmlns:a="http://schemas.openxmlformats.org/drawingml/2006/main">
            <a:off x="2876550" y="2647950"/>
            <a:ext cx="1657350" cy="47625"/>
          </a:xfrm>
          <a:prstGeom xmlns:a="http://schemas.openxmlformats.org/drawingml/2006/main" prst="rect">
            <a:avLst/>
          </a:prstGeom>
          <a:solidFill xmlns:a="http://schemas.openxmlformats.org/drawingml/2006/main">
            <a:srgbClr val="44724E"/>
          </a:solidFill>
          <a:ln xmlns:a="http://schemas.openxmlformats.org/drawingml/2006/main" w="0">
            <a:noFill/>
            <a:prstDash val="solid"/>
          </a:ln>
        </p:spPr>
      </p:sp>
      <p:sp>
        <p:nvSpPr>
          <p:cNvPr id="13" name="workflow-stage-2-number">
            <a:extLst xmlns:a="http://schemas.openxmlformats.org/drawingml/2006/main">
              <a:ext uri="{FF2B5EF4-FFF2-40B4-BE49-F238E27FC236}">
                <a16:creationId xmlns:a16="http://schemas.microsoft.com/office/drawing/2014/main" id="{6F27909E-7CBD-4CF0-B01B-66563474AE4D}"/>
              </a:ext>
            </a:extLst>
          </p:cNvPr>
          <p:cNvSpPr>
            <a:spLocks xmlns:a="http://schemas.openxmlformats.org/drawingml/2006/main" noGrp="1"/>
          </p:cNvSpPr>
          <p:nvPr/>
        </p:nvSpPr>
        <p:spPr>
          <a:xfrm xmlns:a="http://schemas.openxmlformats.org/drawingml/2006/main">
            <a:off x="3028950" y="2847975"/>
            <a:ext cx="323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44724E"/>
                </a:solidFill>
                <a:latin typeface="Arial"/>
                <a:ea typeface="Arial"/>
                <a:cs typeface="Arial"/>
              </a:defRPr>
            </a:defPPr>
            <a:lvl1pPr algn="l">
              <a:defRPr sz="975" b="1">
                <a:solidFill>
                  <a:srgbClr val="44724E"/>
                </a:solidFill>
                <a:latin typeface="Arial"/>
                <a:ea typeface="Arial"/>
                <a:cs typeface="Arial"/>
              </a:defRPr>
            </a:lvl1pPr>
            <a:lvl2pPr algn="l">
              <a:defRPr sz="975" b="1">
                <a:solidFill>
                  <a:srgbClr val="44724E"/>
                </a:solidFill>
                <a:latin typeface="Arial"/>
                <a:ea typeface="Arial"/>
                <a:cs typeface="Arial"/>
              </a:defRPr>
            </a:lvl2pPr>
            <a:lvl3pPr algn="l">
              <a:defRPr sz="975" b="1">
                <a:solidFill>
                  <a:srgbClr val="44724E"/>
                </a:solidFill>
                <a:latin typeface="Arial"/>
                <a:ea typeface="Arial"/>
                <a:cs typeface="Arial"/>
              </a:defRPr>
            </a:lvl3pPr>
            <a:lvl4pPr algn="l">
              <a:defRPr sz="975" b="1">
                <a:solidFill>
                  <a:srgbClr val="44724E"/>
                </a:solidFill>
                <a:latin typeface="Arial"/>
                <a:ea typeface="Arial"/>
                <a:cs typeface="Arial"/>
              </a:defRPr>
            </a:lvl4pPr>
            <a:lvl5pPr algn="l">
              <a:defRPr sz="975" b="1">
                <a:solidFill>
                  <a:srgbClr val="44724E"/>
                </a:solidFill>
                <a:latin typeface="Arial"/>
                <a:ea typeface="Arial"/>
                <a:cs typeface="Arial"/>
              </a:defRPr>
            </a:lvl5pPr>
            <a:lvl6pPr algn="l">
              <a:defRPr sz="975" b="1">
                <a:solidFill>
                  <a:srgbClr val="44724E"/>
                </a:solidFill>
                <a:latin typeface="Arial"/>
                <a:ea typeface="Arial"/>
                <a:cs typeface="Arial"/>
              </a:defRPr>
            </a:lvl6pPr>
            <a:lvl7pPr algn="l">
              <a:defRPr sz="975" b="1">
                <a:solidFill>
                  <a:srgbClr val="44724E"/>
                </a:solidFill>
                <a:latin typeface="Arial"/>
                <a:ea typeface="Arial"/>
                <a:cs typeface="Arial"/>
              </a:defRPr>
            </a:lvl7pPr>
            <a:lvl8pPr algn="l">
              <a:defRPr sz="975" b="1">
                <a:solidFill>
                  <a:srgbClr val="44724E"/>
                </a:solidFill>
                <a:latin typeface="Arial"/>
                <a:ea typeface="Arial"/>
                <a:cs typeface="Arial"/>
              </a:defRPr>
            </a:lvl8pPr>
            <a:lvl9pPr algn="l">
              <a:defRPr sz="975" b="1">
                <a:solidFill>
                  <a:srgbClr val="44724E"/>
                </a:solidFill>
                <a:latin typeface="Arial"/>
                <a:ea typeface="Arial"/>
                <a:cs typeface="Arial"/>
              </a:defRPr>
            </a:lvl9pPr>
          </a:lstStyle>
          <a:p xmlns:a="http://schemas.openxmlformats.org/drawingml/2006/main">
            <a:pPr algn="l">
              <a:defRPr sz="975" b="1">
                <a:solidFill>
                  <a:srgbClr val="44724E"/>
                </a:solidFill>
                <a:latin typeface="Arial"/>
                <a:ea typeface="Arial"/>
                <a:cs typeface="Arial"/>
              </a:defRPr>
            </a:pPr>
            <a:r>
              <a:rPr sz="975" b="1">
                <a:solidFill>
                  <a:srgbClr val="44724E"/>
                </a:solidFill>
                <a:latin typeface="Arial"/>
                <a:ea typeface="Arial"/>
                <a:cs typeface="Arial"/>
              </a:rPr>
              <a:t>02</a:t>
            </a:r>
          </a:p>
        </p:txBody>
      </p:sp>
      <p:sp>
        <p:nvSpPr>
          <p:cNvPr id="14" name="workflow-stage-2-title">
            <a:extLst xmlns:a="http://schemas.openxmlformats.org/drawingml/2006/main">
              <a:ext uri="{FF2B5EF4-FFF2-40B4-BE49-F238E27FC236}">
                <a16:creationId xmlns:a16="http://schemas.microsoft.com/office/drawing/2014/main" id="{B9259821-2D24-44B0-844A-764413E3C1D0}"/>
              </a:ext>
            </a:extLst>
          </p:cNvPr>
          <p:cNvSpPr>
            <a:spLocks xmlns:a="http://schemas.openxmlformats.org/drawingml/2006/main" noGrp="1"/>
          </p:cNvSpPr>
          <p:nvPr/>
        </p:nvSpPr>
        <p:spPr>
          <a:xfrm xmlns:a="http://schemas.openxmlformats.org/drawingml/2006/main">
            <a:off x="3028950" y="3171825"/>
            <a:ext cx="1428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defPPr algn="l">
              <a:defRPr sz="1800" b="0">
                <a:solidFill>
                  <a:srgbClr val="183525"/>
                </a:solidFill>
                <a:latin typeface="Georgia"/>
                <a:ea typeface="Georgia"/>
                <a:cs typeface="Georgia"/>
              </a:defRPr>
            </a:defPPr>
            <a:lvl1pPr algn="l">
              <a:defRPr sz="1800" b="0">
                <a:solidFill>
                  <a:srgbClr val="183525"/>
                </a:solidFill>
                <a:latin typeface="Georgia"/>
                <a:ea typeface="Georgia"/>
                <a:cs typeface="Georgia"/>
              </a:defRPr>
            </a:lvl1pPr>
            <a:lvl2pPr algn="l">
              <a:defRPr sz="1800" b="0">
                <a:solidFill>
                  <a:srgbClr val="183525"/>
                </a:solidFill>
                <a:latin typeface="Georgia"/>
                <a:ea typeface="Georgia"/>
                <a:cs typeface="Georgia"/>
              </a:defRPr>
            </a:lvl2pPr>
            <a:lvl3pPr algn="l">
              <a:defRPr sz="1800" b="0">
                <a:solidFill>
                  <a:srgbClr val="183525"/>
                </a:solidFill>
                <a:latin typeface="Georgia"/>
                <a:ea typeface="Georgia"/>
                <a:cs typeface="Georgia"/>
              </a:defRPr>
            </a:lvl3pPr>
            <a:lvl4pPr algn="l">
              <a:defRPr sz="1800" b="0">
                <a:solidFill>
                  <a:srgbClr val="183525"/>
                </a:solidFill>
                <a:latin typeface="Georgia"/>
                <a:ea typeface="Georgia"/>
                <a:cs typeface="Georgia"/>
              </a:defRPr>
            </a:lvl4pPr>
            <a:lvl5pPr algn="l">
              <a:defRPr sz="1800" b="0">
                <a:solidFill>
                  <a:srgbClr val="183525"/>
                </a:solidFill>
                <a:latin typeface="Georgia"/>
                <a:ea typeface="Georgia"/>
                <a:cs typeface="Georgia"/>
              </a:defRPr>
            </a:lvl5pPr>
            <a:lvl6pPr algn="l">
              <a:defRPr sz="1800" b="0">
                <a:solidFill>
                  <a:srgbClr val="183525"/>
                </a:solidFill>
                <a:latin typeface="Georgia"/>
                <a:ea typeface="Georgia"/>
                <a:cs typeface="Georgia"/>
              </a:defRPr>
            </a:lvl6pPr>
            <a:lvl7pPr algn="l">
              <a:defRPr sz="1800" b="0">
                <a:solidFill>
                  <a:srgbClr val="183525"/>
                </a:solidFill>
                <a:latin typeface="Georgia"/>
                <a:ea typeface="Georgia"/>
                <a:cs typeface="Georgia"/>
              </a:defRPr>
            </a:lvl7pPr>
            <a:lvl8pPr algn="l">
              <a:defRPr sz="1800" b="0">
                <a:solidFill>
                  <a:srgbClr val="183525"/>
                </a:solidFill>
                <a:latin typeface="Georgia"/>
                <a:ea typeface="Georgia"/>
                <a:cs typeface="Georgia"/>
              </a:defRPr>
            </a:lvl8pPr>
            <a:lvl9pPr algn="l">
              <a:defRPr sz="1800" b="0">
                <a:solidFill>
                  <a:srgbClr val="183525"/>
                </a:solidFill>
                <a:latin typeface="Georgia"/>
                <a:ea typeface="Georgia"/>
                <a:cs typeface="Georgia"/>
              </a:defRPr>
            </a:lvl9pPr>
          </a:lstStyle>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Data &amp;</a:t>
            </a:r>
          </a:p>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memory</a:t>
            </a:r>
          </a:p>
        </p:txBody>
      </p:sp>
      <p:sp>
        <p:nvSpPr>
          <p:cNvPr id="15" name="workflow-stage-2-body">
            <a:extLst xmlns:a="http://schemas.openxmlformats.org/drawingml/2006/main">
              <a:ext uri="{FF2B5EF4-FFF2-40B4-BE49-F238E27FC236}">
                <a16:creationId xmlns:a16="http://schemas.microsoft.com/office/drawing/2014/main" id="{F790FFED-3CFD-440D-9615-3E333E390387}"/>
              </a:ext>
            </a:extLst>
          </p:cNvPr>
          <p:cNvSpPr>
            <a:spLocks xmlns:a="http://schemas.openxmlformats.org/drawingml/2006/main" noGrp="1"/>
          </p:cNvSpPr>
          <p:nvPr/>
        </p:nvSpPr>
        <p:spPr>
          <a:xfrm xmlns:a="http://schemas.openxmlformats.org/drawingml/2006/main">
            <a:off x="3028950" y="3829050"/>
            <a:ext cx="14097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148"/>
          </a:bodyPr>
          <a:lstStyle xmlns:a="http://schemas.openxmlformats.org/drawingml/2006/main">
            <a:defPPr algn="l">
              <a:defRPr sz="1125" b="0">
                <a:solidFill>
                  <a:srgbClr val="69766B"/>
                </a:solidFill>
                <a:latin typeface="Arial"/>
                <a:ea typeface="Arial"/>
                <a:cs typeface="Arial"/>
              </a:defRPr>
            </a:defPPr>
            <a:lvl1pPr algn="l">
              <a:defRPr sz="1125" b="0">
                <a:solidFill>
                  <a:srgbClr val="69766B"/>
                </a:solidFill>
                <a:latin typeface="Arial"/>
                <a:ea typeface="Arial"/>
                <a:cs typeface="Arial"/>
              </a:defRPr>
            </a:lvl1pPr>
            <a:lvl2pPr algn="l">
              <a:defRPr sz="1125" b="0">
                <a:solidFill>
                  <a:srgbClr val="69766B"/>
                </a:solidFill>
                <a:latin typeface="Arial"/>
                <a:ea typeface="Arial"/>
                <a:cs typeface="Arial"/>
              </a:defRPr>
            </a:lvl2pPr>
            <a:lvl3pPr algn="l">
              <a:defRPr sz="1125" b="0">
                <a:solidFill>
                  <a:srgbClr val="69766B"/>
                </a:solidFill>
                <a:latin typeface="Arial"/>
                <a:ea typeface="Arial"/>
                <a:cs typeface="Arial"/>
              </a:defRPr>
            </a:lvl3pPr>
            <a:lvl4pPr algn="l">
              <a:defRPr sz="1125" b="0">
                <a:solidFill>
                  <a:srgbClr val="69766B"/>
                </a:solidFill>
                <a:latin typeface="Arial"/>
                <a:ea typeface="Arial"/>
                <a:cs typeface="Arial"/>
              </a:defRPr>
            </a:lvl4pPr>
            <a:lvl5pPr algn="l">
              <a:defRPr sz="1125" b="0">
                <a:solidFill>
                  <a:srgbClr val="69766B"/>
                </a:solidFill>
                <a:latin typeface="Arial"/>
                <a:ea typeface="Arial"/>
                <a:cs typeface="Arial"/>
              </a:defRPr>
            </a:lvl5pPr>
            <a:lvl6pPr algn="l">
              <a:defRPr sz="1125" b="0">
                <a:solidFill>
                  <a:srgbClr val="69766B"/>
                </a:solidFill>
                <a:latin typeface="Arial"/>
                <a:ea typeface="Arial"/>
                <a:cs typeface="Arial"/>
              </a:defRPr>
            </a:lvl6pPr>
            <a:lvl7pPr algn="l">
              <a:defRPr sz="1125" b="0">
                <a:solidFill>
                  <a:srgbClr val="69766B"/>
                </a:solidFill>
                <a:latin typeface="Arial"/>
                <a:ea typeface="Arial"/>
                <a:cs typeface="Arial"/>
              </a:defRPr>
            </a:lvl7pPr>
            <a:lvl8pPr algn="l">
              <a:defRPr sz="1125" b="0">
                <a:solidFill>
                  <a:srgbClr val="69766B"/>
                </a:solidFill>
                <a:latin typeface="Arial"/>
                <a:ea typeface="Arial"/>
                <a:cs typeface="Arial"/>
              </a:defRPr>
            </a:lvl8pPr>
            <a:lvl9pPr algn="l">
              <a:defRPr sz="1125" b="0">
                <a:solidFill>
                  <a:srgbClr val="69766B"/>
                </a:solidFill>
                <a:latin typeface="Arial"/>
                <a:ea typeface="Arial"/>
                <a:cs typeface="Arial"/>
              </a:defRPr>
            </a:lvl9pPr>
          </a:lstStyle>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Zetaris market</a:t>
            </a:r>
          </a:p>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weather · rules</a:t>
            </a:r>
          </a:p>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H-MEM history</a:t>
            </a:r>
          </a:p>
        </p:txBody>
      </p:sp>
      <p:sp>
        <p:nvSpPr>
          <p:cNvPr id="16" name="workflow-arrow-2">
            <a:extLst xmlns:a="http://schemas.openxmlformats.org/drawingml/2006/main">
              <a:ext uri="{FF2B5EF4-FFF2-40B4-BE49-F238E27FC236}">
                <a16:creationId xmlns:a16="http://schemas.microsoft.com/office/drawing/2014/main" id="{A9B4ECF9-FF15-44E2-BEF4-98BE8FB1706D}"/>
              </a:ext>
            </a:extLst>
          </p:cNvPr>
          <p:cNvSpPr>
            <a:spLocks xmlns:a="http://schemas.openxmlformats.org/drawingml/2006/main" noGrp="1"/>
          </p:cNvSpPr>
          <p:nvPr/>
        </p:nvSpPr>
        <p:spPr>
          <a:xfrm xmlns:a="http://schemas.openxmlformats.org/drawingml/2006/main">
            <a:off x="4600575" y="3209925"/>
            <a:ext cx="371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250" b="0">
                <a:solidFill>
                  <a:srgbClr val="C78A38"/>
                </a:solidFill>
                <a:latin typeface="Georgia"/>
                <a:ea typeface="Georgia"/>
                <a:cs typeface="Georgia"/>
              </a:defRPr>
            </a:defPPr>
            <a:lvl1pPr algn="ctr">
              <a:defRPr sz="2250" b="0">
                <a:solidFill>
                  <a:srgbClr val="C78A38"/>
                </a:solidFill>
                <a:latin typeface="Georgia"/>
                <a:ea typeface="Georgia"/>
                <a:cs typeface="Georgia"/>
              </a:defRPr>
            </a:lvl1pPr>
            <a:lvl2pPr algn="ctr">
              <a:defRPr sz="2250" b="0">
                <a:solidFill>
                  <a:srgbClr val="C78A38"/>
                </a:solidFill>
                <a:latin typeface="Georgia"/>
                <a:ea typeface="Georgia"/>
                <a:cs typeface="Georgia"/>
              </a:defRPr>
            </a:lvl2pPr>
            <a:lvl3pPr algn="ctr">
              <a:defRPr sz="2250" b="0">
                <a:solidFill>
                  <a:srgbClr val="C78A38"/>
                </a:solidFill>
                <a:latin typeface="Georgia"/>
                <a:ea typeface="Georgia"/>
                <a:cs typeface="Georgia"/>
              </a:defRPr>
            </a:lvl3pPr>
            <a:lvl4pPr algn="ctr">
              <a:defRPr sz="2250" b="0">
                <a:solidFill>
                  <a:srgbClr val="C78A38"/>
                </a:solidFill>
                <a:latin typeface="Georgia"/>
                <a:ea typeface="Georgia"/>
                <a:cs typeface="Georgia"/>
              </a:defRPr>
            </a:lvl4pPr>
            <a:lvl5pPr algn="ctr">
              <a:defRPr sz="2250" b="0">
                <a:solidFill>
                  <a:srgbClr val="C78A38"/>
                </a:solidFill>
                <a:latin typeface="Georgia"/>
                <a:ea typeface="Georgia"/>
                <a:cs typeface="Georgia"/>
              </a:defRPr>
            </a:lvl5pPr>
            <a:lvl6pPr algn="ctr">
              <a:defRPr sz="2250" b="0">
                <a:solidFill>
                  <a:srgbClr val="C78A38"/>
                </a:solidFill>
                <a:latin typeface="Georgia"/>
                <a:ea typeface="Georgia"/>
                <a:cs typeface="Georgia"/>
              </a:defRPr>
            </a:lvl6pPr>
            <a:lvl7pPr algn="ctr">
              <a:defRPr sz="2250" b="0">
                <a:solidFill>
                  <a:srgbClr val="C78A38"/>
                </a:solidFill>
                <a:latin typeface="Georgia"/>
                <a:ea typeface="Georgia"/>
                <a:cs typeface="Georgia"/>
              </a:defRPr>
            </a:lvl7pPr>
            <a:lvl8pPr algn="ctr">
              <a:defRPr sz="2250" b="0">
                <a:solidFill>
                  <a:srgbClr val="C78A38"/>
                </a:solidFill>
                <a:latin typeface="Georgia"/>
                <a:ea typeface="Georgia"/>
                <a:cs typeface="Georgia"/>
              </a:defRPr>
            </a:lvl8pPr>
            <a:lvl9pPr algn="ctr">
              <a:defRPr sz="2250" b="0">
                <a:solidFill>
                  <a:srgbClr val="C78A38"/>
                </a:solidFill>
                <a:latin typeface="Georgia"/>
                <a:ea typeface="Georgia"/>
                <a:cs typeface="Georgia"/>
              </a:defRPr>
            </a:lvl9pPr>
          </a:lstStyle>
          <a:p xmlns:a="http://schemas.openxmlformats.org/drawingml/2006/main">
            <a:pPr algn="ctr">
              <a:defRPr sz="2250" b="0">
                <a:solidFill>
                  <a:srgbClr val="C78A38"/>
                </a:solidFill>
                <a:latin typeface="Georgia"/>
                <a:ea typeface="Georgia"/>
                <a:cs typeface="Georgia"/>
              </a:defRPr>
            </a:pPr>
            <a:r>
              <a:rPr sz="2250" b="0">
                <a:solidFill>
                  <a:srgbClr val="C78A38"/>
                </a:solidFill>
                <a:latin typeface="Georgia"/>
                <a:ea typeface="Georgia"/>
                <a:cs typeface="Georgia"/>
              </a:rPr>
              <a:t>→</a:t>
            </a:r>
          </a:p>
        </p:txBody>
      </p:sp>
      <p:sp>
        <p:nvSpPr>
          <p:cNvPr id="17" name="workflow-stage-3">
            <a:extLst xmlns:a="http://schemas.openxmlformats.org/drawingml/2006/main">
              <a:ext uri="{FF2B5EF4-FFF2-40B4-BE49-F238E27FC236}">
                <a16:creationId xmlns:a16="http://schemas.microsoft.com/office/drawing/2014/main" id="{5B05CF35-67AF-46B1-94F6-26E656F302F2}"/>
              </a:ext>
            </a:extLst>
          </p:cNvPr>
          <p:cNvSpPr>
            <a:spLocks xmlns:a="http://schemas.openxmlformats.org/drawingml/2006/main" noGrp="1"/>
          </p:cNvSpPr>
          <p:nvPr/>
        </p:nvSpPr>
        <p:spPr>
          <a:xfrm xmlns:a="http://schemas.openxmlformats.org/drawingml/2006/main">
            <a:off x="5010150" y="2647950"/>
            <a:ext cx="1657350" cy="1743075"/>
          </a:xfrm>
          <a:prstGeom xmlns:a="http://schemas.openxmlformats.org/drawingml/2006/main" prst="rect">
            <a:avLst/>
          </a:prstGeom>
          <a:solidFill xmlns:a="http://schemas.openxmlformats.org/drawingml/2006/main">
            <a:srgbClr val="E6EEE4"/>
          </a:solidFill>
          <a:ln xmlns:a="http://schemas.openxmlformats.org/drawingml/2006/main" w="0">
            <a:noFill/>
            <a:prstDash val="solid"/>
          </a:ln>
        </p:spPr>
      </p:sp>
      <p:sp>
        <p:nvSpPr>
          <p:cNvPr id="18" name="workflow-stage-3-accent">
            <a:extLst xmlns:a="http://schemas.openxmlformats.org/drawingml/2006/main">
              <a:ext uri="{FF2B5EF4-FFF2-40B4-BE49-F238E27FC236}">
                <a16:creationId xmlns:a16="http://schemas.microsoft.com/office/drawing/2014/main" id="{74BCD913-427C-4C2D-81C1-95952587C46E}"/>
              </a:ext>
            </a:extLst>
          </p:cNvPr>
          <p:cNvSpPr>
            <a:spLocks xmlns:a="http://schemas.openxmlformats.org/drawingml/2006/main" noGrp="1"/>
          </p:cNvSpPr>
          <p:nvPr/>
        </p:nvSpPr>
        <p:spPr>
          <a:xfrm xmlns:a="http://schemas.openxmlformats.org/drawingml/2006/main">
            <a:off x="5010150" y="2647950"/>
            <a:ext cx="1657350" cy="47625"/>
          </a:xfrm>
          <a:prstGeom xmlns:a="http://schemas.openxmlformats.org/drawingml/2006/main" prst="rect">
            <a:avLst/>
          </a:prstGeom>
          <a:solidFill xmlns:a="http://schemas.openxmlformats.org/drawingml/2006/main">
            <a:srgbClr val="44724E"/>
          </a:solidFill>
          <a:ln xmlns:a="http://schemas.openxmlformats.org/drawingml/2006/main" w="0">
            <a:noFill/>
            <a:prstDash val="solid"/>
          </a:ln>
        </p:spPr>
      </p:sp>
      <p:sp>
        <p:nvSpPr>
          <p:cNvPr id="19" name="workflow-stage-3-number">
            <a:extLst xmlns:a="http://schemas.openxmlformats.org/drawingml/2006/main">
              <a:ext uri="{FF2B5EF4-FFF2-40B4-BE49-F238E27FC236}">
                <a16:creationId xmlns:a16="http://schemas.microsoft.com/office/drawing/2014/main" id="{AC04E274-38D7-4807-B019-9450A2E0F21F}"/>
              </a:ext>
            </a:extLst>
          </p:cNvPr>
          <p:cNvSpPr>
            <a:spLocks xmlns:a="http://schemas.openxmlformats.org/drawingml/2006/main" noGrp="1"/>
          </p:cNvSpPr>
          <p:nvPr/>
        </p:nvSpPr>
        <p:spPr>
          <a:xfrm xmlns:a="http://schemas.openxmlformats.org/drawingml/2006/main">
            <a:off x="5162550" y="2847975"/>
            <a:ext cx="323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44724E"/>
                </a:solidFill>
                <a:latin typeface="Arial"/>
                <a:ea typeface="Arial"/>
                <a:cs typeface="Arial"/>
              </a:defRPr>
            </a:defPPr>
            <a:lvl1pPr algn="l">
              <a:defRPr sz="975" b="1">
                <a:solidFill>
                  <a:srgbClr val="44724E"/>
                </a:solidFill>
                <a:latin typeface="Arial"/>
                <a:ea typeface="Arial"/>
                <a:cs typeface="Arial"/>
              </a:defRPr>
            </a:lvl1pPr>
            <a:lvl2pPr algn="l">
              <a:defRPr sz="975" b="1">
                <a:solidFill>
                  <a:srgbClr val="44724E"/>
                </a:solidFill>
                <a:latin typeface="Arial"/>
                <a:ea typeface="Arial"/>
                <a:cs typeface="Arial"/>
              </a:defRPr>
            </a:lvl2pPr>
            <a:lvl3pPr algn="l">
              <a:defRPr sz="975" b="1">
                <a:solidFill>
                  <a:srgbClr val="44724E"/>
                </a:solidFill>
                <a:latin typeface="Arial"/>
                <a:ea typeface="Arial"/>
                <a:cs typeface="Arial"/>
              </a:defRPr>
            </a:lvl3pPr>
            <a:lvl4pPr algn="l">
              <a:defRPr sz="975" b="1">
                <a:solidFill>
                  <a:srgbClr val="44724E"/>
                </a:solidFill>
                <a:latin typeface="Arial"/>
                <a:ea typeface="Arial"/>
                <a:cs typeface="Arial"/>
              </a:defRPr>
            </a:lvl4pPr>
            <a:lvl5pPr algn="l">
              <a:defRPr sz="975" b="1">
                <a:solidFill>
                  <a:srgbClr val="44724E"/>
                </a:solidFill>
                <a:latin typeface="Arial"/>
                <a:ea typeface="Arial"/>
                <a:cs typeface="Arial"/>
              </a:defRPr>
            </a:lvl5pPr>
            <a:lvl6pPr algn="l">
              <a:defRPr sz="975" b="1">
                <a:solidFill>
                  <a:srgbClr val="44724E"/>
                </a:solidFill>
                <a:latin typeface="Arial"/>
                <a:ea typeface="Arial"/>
                <a:cs typeface="Arial"/>
              </a:defRPr>
            </a:lvl6pPr>
            <a:lvl7pPr algn="l">
              <a:defRPr sz="975" b="1">
                <a:solidFill>
                  <a:srgbClr val="44724E"/>
                </a:solidFill>
                <a:latin typeface="Arial"/>
                <a:ea typeface="Arial"/>
                <a:cs typeface="Arial"/>
              </a:defRPr>
            </a:lvl7pPr>
            <a:lvl8pPr algn="l">
              <a:defRPr sz="975" b="1">
                <a:solidFill>
                  <a:srgbClr val="44724E"/>
                </a:solidFill>
                <a:latin typeface="Arial"/>
                <a:ea typeface="Arial"/>
                <a:cs typeface="Arial"/>
              </a:defRPr>
            </a:lvl8pPr>
            <a:lvl9pPr algn="l">
              <a:defRPr sz="975" b="1">
                <a:solidFill>
                  <a:srgbClr val="44724E"/>
                </a:solidFill>
                <a:latin typeface="Arial"/>
                <a:ea typeface="Arial"/>
                <a:cs typeface="Arial"/>
              </a:defRPr>
            </a:lvl9pPr>
          </a:lstStyle>
          <a:p xmlns:a="http://schemas.openxmlformats.org/drawingml/2006/main">
            <a:pPr algn="l">
              <a:defRPr sz="975" b="1">
                <a:solidFill>
                  <a:srgbClr val="44724E"/>
                </a:solidFill>
                <a:latin typeface="Arial"/>
                <a:ea typeface="Arial"/>
                <a:cs typeface="Arial"/>
              </a:defRPr>
            </a:pPr>
            <a:r>
              <a:rPr sz="975" b="1">
                <a:solidFill>
                  <a:srgbClr val="44724E"/>
                </a:solidFill>
                <a:latin typeface="Arial"/>
                <a:ea typeface="Arial"/>
                <a:cs typeface="Arial"/>
              </a:rPr>
              <a:t>03</a:t>
            </a:r>
          </a:p>
        </p:txBody>
      </p:sp>
      <p:sp>
        <p:nvSpPr>
          <p:cNvPr id="20" name="workflow-stage-3-title">
            <a:extLst xmlns:a="http://schemas.openxmlformats.org/drawingml/2006/main">
              <a:ext uri="{FF2B5EF4-FFF2-40B4-BE49-F238E27FC236}">
                <a16:creationId xmlns:a16="http://schemas.microsoft.com/office/drawing/2014/main" id="{84157FB2-FBF4-4372-87D5-161D5654C64D}"/>
              </a:ext>
            </a:extLst>
          </p:cNvPr>
          <p:cNvSpPr>
            <a:spLocks xmlns:a="http://schemas.openxmlformats.org/drawingml/2006/main" noGrp="1"/>
          </p:cNvSpPr>
          <p:nvPr/>
        </p:nvSpPr>
        <p:spPr>
          <a:xfrm xmlns:a="http://schemas.openxmlformats.org/drawingml/2006/main">
            <a:off x="5162550" y="3171825"/>
            <a:ext cx="1428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defPPr algn="l">
              <a:defRPr sz="1800" b="0">
                <a:solidFill>
                  <a:srgbClr val="183525"/>
                </a:solidFill>
                <a:latin typeface="Georgia"/>
                <a:ea typeface="Georgia"/>
                <a:cs typeface="Georgia"/>
              </a:defRPr>
            </a:defPPr>
            <a:lvl1pPr algn="l">
              <a:defRPr sz="1800" b="0">
                <a:solidFill>
                  <a:srgbClr val="183525"/>
                </a:solidFill>
                <a:latin typeface="Georgia"/>
                <a:ea typeface="Georgia"/>
                <a:cs typeface="Georgia"/>
              </a:defRPr>
            </a:lvl1pPr>
            <a:lvl2pPr algn="l">
              <a:defRPr sz="1800" b="0">
                <a:solidFill>
                  <a:srgbClr val="183525"/>
                </a:solidFill>
                <a:latin typeface="Georgia"/>
                <a:ea typeface="Georgia"/>
                <a:cs typeface="Georgia"/>
              </a:defRPr>
            </a:lvl2pPr>
            <a:lvl3pPr algn="l">
              <a:defRPr sz="1800" b="0">
                <a:solidFill>
                  <a:srgbClr val="183525"/>
                </a:solidFill>
                <a:latin typeface="Georgia"/>
                <a:ea typeface="Georgia"/>
                <a:cs typeface="Georgia"/>
              </a:defRPr>
            </a:lvl3pPr>
            <a:lvl4pPr algn="l">
              <a:defRPr sz="1800" b="0">
                <a:solidFill>
                  <a:srgbClr val="183525"/>
                </a:solidFill>
                <a:latin typeface="Georgia"/>
                <a:ea typeface="Georgia"/>
                <a:cs typeface="Georgia"/>
              </a:defRPr>
            </a:lvl4pPr>
            <a:lvl5pPr algn="l">
              <a:defRPr sz="1800" b="0">
                <a:solidFill>
                  <a:srgbClr val="183525"/>
                </a:solidFill>
                <a:latin typeface="Georgia"/>
                <a:ea typeface="Georgia"/>
                <a:cs typeface="Georgia"/>
              </a:defRPr>
            </a:lvl5pPr>
            <a:lvl6pPr algn="l">
              <a:defRPr sz="1800" b="0">
                <a:solidFill>
                  <a:srgbClr val="183525"/>
                </a:solidFill>
                <a:latin typeface="Georgia"/>
                <a:ea typeface="Georgia"/>
                <a:cs typeface="Georgia"/>
              </a:defRPr>
            </a:lvl6pPr>
            <a:lvl7pPr algn="l">
              <a:defRPr sz="1800" b="0">
                <a:solidFill>
                  <a:srgbClr val="183525"/>
                </a:solidFill>
                <a:latin typeface="Georgia"/>
                <a:ea typeface="Georgia"/>
                <a:cs typeface="Georgia"/>
              </a:defRPr>
            </a:lvl7pPr>
            <a:lvl8pPr algn="l">
              <a:defRPr sz="1800" b="0">
                <a:solidFill>
                  <a:srgbClr val="183525"/>
                </a:solidFill>
                <a:latin typeface="Georgia"/>
                <a:ea typeface="Georgia"/>
                <a:cs typeface="Georgia"/>
              </a:defRPr>
            </a:lvl8pPr>
            <a:lvl9pPr algn="l">
              <a:defRPr sz="1800" b="0">
                <a:solidFill>
                  <a:srgbClr val="183525"/>
                </a:solidFill>
                <a:latin typeface="Georgia"/>
                <a:ea typeface="Georgia"/>
                <a:cs typeface="Georgia"/>
              </a:defRPr>
            </a:lvl9pPr>
          </a:lstStyle>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Analyst</a:t>
            </a:r>
          </a:p>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agents</a:t>
            </a:r>
          </a:p>
        </p:txBody>
      </p:sp>
      <p:sp>
        <p:nvSpPr>
          <p:cNvPr id="21" name="workflow-stage-3-body">
            <a:extLst xmlns:a="http://schemas.openxmlformats.org/drawingml/2006/main">
              <a:ext uri="{FF2B5EF4-FFF2-40B4-BE49-F238E27FC236}">
                <a16:creationId xmlns:a16="http://schemas.microsoft.com/office/drawing/2014/main" id="{FEFE0A89-FC8C-4E1C-8366-A4C976AC0F9D}"/>
              </a:ext>
            </a:extLst>
          </p:cNvPr>
          <p:cNvSpPr>
            <a:spLocks xmlns:a="http://schemas.openxmlformats.org/drawingml/2006/main" noGrp="1"/>
          </p:cNvSpPr>
          <p:nvPr/>
        </p:nvSpPr>
        <p:spPr>
          <a:xfrm xmlns:a="http://schemas.openxmlformats.org/drawingml/2006/main">
            <a:off x="5162550" y="3829050"/>
            <a:ext cx="14097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148"/>
          </a:bodyPr>
          <a:lstStyle xmlns:a="http://schemas.openxmlformats.org/drawingml/2006/main">
            <a:defPPr algn="l">
              <a:defRPr sz="1125" b="0">
                <a:solidFill>
                  <a:srgbClr val="69766B"/>
                </a:solidFill>
                <a:latin typeface="Arial"/>
                <a:ea typeface="Arial"/>
                <a:cs typeface="Arial"/>
              </a:defRPr>
            </a:defPPr>
            <a:lvl1pPr algn="l">
              <a:defRPr sz="1125" b="0">
                <a:solidFill>
                  <a:srgbClr val="69766B"/>
                </a:solidFill>
                <a:latin typeface="Arial"/>
                <a:ea typeface="Arial"/>
                <a:cs typeface="Arial"/>
              </a:defRPr>
            </a:lvl1pPr>
            <a:lvl2pPr algn="l">
              <a:defRPr sz="1125" b="0">
                <a:solidFill>
                  <a:srgbClr val="69766B"/>
                </a:solidFill>
                <a:latin typeface="Arial"/>
                <a:ea typeface="Arial"/>
                <a:cs typeface="Arial"/>
              </a:defRPr>
            </a:lvl2pPr>
            <a:lvl3pPr algn="l">
              <a:defRPr sz="1125" b="0">
                <a:solidFill>
                  <a:srgbClr val="69766B"/>
                </a:solidFill>
                <a:latin typeface="Arial"/>
                <a:ea typeface="Arial"/>
                <a:cs typeface="Arial"/>
              </a:defRPr>
            </a:lvl3pPr>
            <a:lvl4pPr algn="l">
              <a:defRPr sz="1125" b="0">
                <a:solidFill>
                  <a:srgbClr val="69766B"/>
                </a:solidFill>
                <a:latin typeface="Arial"/>
                <a:ea typeface="Arial"/>
                <a:cs typeface="Arial"/>
              </a:defRPr>
            </a:lvl4pPr>
            <a:lvl5pPr algn="l">
              <a:defRPr sz="1125" b="0">
                <a:solidFill>
                  <a:srgbClr val="69766B"/>
                </a:solidFill>
                <a:latin typeface="Arial"/>
                <a:ea typeface="Arial"/>
                <a:cs typeface="Arial"/>
              </a:defRPr>
            </a:lvl5pPr>
            <a:lvl6pPr algn="l">
              <a:defRPr sz="1125" b="0">
                <a:solidFill>
                  <a:srgbClr val="69766B"/>
                </a:solidFill>
                <a:latin typeface="Arial"/>
                <a:ea typeface="Arial"/>
                <a:cs typeface="Arial"/>
              </a:defRPr>
            </a:lvl6pPr>
            <a:lvl7pPr algn="l">
              <a:defRPr sz="1125" b="0">
                <a:solidFill>
                  <a:srgbClr val="69766B"/>
                </a:solidFill>
                <a:latin typeface="Arial"/>
                <a:ea typeface="Arial"/>
                <a:cs typeface="Arial"/>
              </a:defRPr>
            </a:lvl7pPr>
            <a:lvl8pPr algn="l">
              <a:defRPr sz="1125" b="0">
                <a:solidFill>
                  <a:srgbClr val="69766B"/>
                </a:solidFill>
                <a:latin typeface="Arial"/>
                <a:ea typeface="Arial"/>
                <a:cs typeface="Arial"/>
              </a:defRPr>
            </a:lvl8pPr>
            <a:lvl9pPr algn="l">
              <a:defRPr sz="1125" b="0">
                <a:solidFill>
                  <a:srgbClr val="69766B"/>
                </a:solidFill>
                <a:latin typeface="Arial"/>
                <a:ea typeface="Arial"/>
                <a:cs typeface="Arial"/>
              </a:defRPr>
            </a:lvl9pPr>
          </a:lstStyle>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MarketAnalyst</a:t>
            </a:r>
          </a:p>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StorageWeather</a:t>
            </a:r>
          </a:p>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Analyst</a:t>
            </a:r>
          </a:p>
        </p:txBody>
      </p:sp>
      <p:sp>
        <p:nvSpPr>
          <p:cNvPr id="22" name="workflow-arrow-3">
            <a:extLst xmlns:a="http://schemas.openxmlformats.org/drawingml/2006/main">
              <a:ext uri="{FF2B5EF4-FFF2-40B4-BE49-F238E27FC236}">
                <a16:creationId xmlns:a16="http://schemas.microsoft.com/office/drawing/2014/main" id="{EA0F9430-8C10-4576-A8A7-2142528A199B}"/>
              </a:ext>
            </a:extLst>
          </p:cNvPr>
          <p:cNvSpPr>
            <a:spLocks xmlns:a="http://schemas.openxmlformats.org/drawingml/2006/main" noGrp="1"/>
          </p:cNvSpPr>
          <p:nvPr/>
        </p:nvSpPr>
        <p:spPr>
          <a:xfrm xmlns:a="http://schemas.openxmlformats.org/drawingml/2006/main">
            <a:off x="6734175" y="3209925"/>
            <a:ext cx="371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250" b="0">
                <a:solidFill>
                  <a:srgbClr val="C78A38"/>
                </a:solidFill>
                <a:latin typeface="Georgia"/>
                <a:ea typeface="Georgia"/>
                <a:cs typeface="Georgia"/>
              </a:defRPr>
            </a:defPPr>
            <a:lvl1pPr algn="ctr">
              <a:defRPr sz="2250" b="0">
                <a:solidFill>
                  <a:srgbClr val="C78A38"/>
                </a:solidFill>
                <a:latin typeface="Georgia"/>
                <a:ea typeface="Georgia"/>
                <a:cs typeface="Georgia"/>
              </a:defRPr>
            </a:lvl1pPr>
            <a:lvl2pPr algn="ctr">
              <a:defRPr sz="2250" b="0">
                <a:solidFill>
                  <a:srgbClr val="C78A38"/>
                </a:solidFill>
                <a:latin typeface="Georgia"/>
                <a:ea typeface="Georgia"/>
                <a:cs typeface="Georgia"/>
              </a:defRPr>
            </a:lvl2pPr>
            <a:lvl3pPr algn="ctr">
              <a:defRPr sz="2250" b="0">
                <a:solidFill>
                  <a:srgbClr val="C78A38"/>
                </a:solidFill>
                <a:latin typeface="Georgia"/>
                <a:ea typeface="Georgia"/>
                <a:cs typeface="Georgia"/>
              </a:defRPr>
            </a:lvl3pPr>
            <a:lvl4pPr algn="ctr">
              <a:defRPr sz="2250" b="0">
                <a:solidFill>
                  <a:srgbClr val="C78A38"/>
                </a:solidFill>
                <a:latin typeface="Georgia"/>
                <a:ea typeface="Georgia"/>
                <a:cs typeface="Georgia"/>
              </a:defRPr>
            </a:lvl4pPr>
            <a:lvl5pPr algn="ctr">
              <a:defRPr sz="2250" b="0">
                <a:solidFill>
                  <a:srgbClr val="C78A38"/>
                </a:solidFill>
                <a:latin typeface="Georgia"/>
                <a:ea typeface="Georgia"/>
                <a:cs typeface="Georgia"/>
              </a:defRPr>
            </a:lvl5pPr>
            <a:lvl6pPr algn="ctr">
              <a:defRPr sz="2250" b="0">
                <a:solidFill>
                  <a:srgbClr val="C78A38"/>
                </a:solidFill>
                <a:latin typeface="Georgia"/>
                <a:ea typeface="Georgia"/>
                <a:cs typeface="Georgia"/>
              </a:defRPr>
            </a:lvl6pPr>
            <a:lvl7pPr algn="ctr">
              <a:defRPr sz="2250" b="0">
                <a:solidFill>
                  <a:srgbClr val="C78A38"/>
                </a:solidFill>
                <a:latin typeface="Georgia"/>
                <a:ea typeface="Georgia"/>
                <a:cs typeface="Georgia"/>
              </a:defRPr>
            </a:lvl7pPr>
            <a:lvl8pPr algn="ctr">
              <a:defRPr sz="2250" b="0">
                <a:solidFill>
                  <a:srgbClr val="C78A38"/>
                </a:solidFill>
                <a:latin typeface="Georgia"/>
                <a:ea typeface="Georgia"/>
                <a:cs typeface="Georgia"/>
              </a:defRPr>
            </a:lvl8pPr>
            <a:lvl9pPr algn="ctr">
              <a:defRPr sz="2250" b="0">
                <a:solidFill>
                  <a:srgbClr val="C78A38"/>
                </a:solidFill>
                <a:latin typeface="Georgia"/>
                <a:ea typeface="Georgia"/>
                <a:cs typeface="Georgia"/>
              </a:defRPr>
            </a:lvl9pPr>
          </a:lstStyle>
          <a:p xmlns:a="http://schemas.openxmlformats.org/drawingml/2006/main">
            <a:pPr algn="ctr">
              <a:defRPr sz="2250" b="0">
                <a:solidFill>
                  <a:srgbClr val="C78A38"/>
                </a:solidFill>
                <a:latin typeface="Georgia"/>
                <a:ea typeface="Georgia"/>
                <a:cs typeface="Georgia"/>
              </a:defRPr>
            </a:pPr>
            <a:r>
              <a:rPr sz="2250" b="0">
                <a:solidFill>
                  <a:srgbClr val="C78A38"/>
                </a:solidFill>
                <a:latin typeface="Georgia"/>
                <a:ea typeface="Georgia"/>
                <a:cs typeface="Georgia"/>
              </a:rPr>
              <a:t>→</a:t>
            </a:r>
          </a:p>
        </p:txBody>
      </p:sp>
      <p:sp>
        <p:nvSpPr>
          <p:cNvPr id="23" name="workflow-stage-4">
            <a:extLst xmlns:a="http://schemas.openxmlformats.org/drawingml/2006/main">
              <a:ext uri="{FF2B5EF4-FFF2-40B4-BE49-F238E27FC236}">
                <a16:creationId xmlns:a16="http://schemas.microsoft.com/office/drawing/2014/main" id="{37CBE0EB-D7B9-4CCB-B8EA-EDE12FB27188}"/>
              </a:ext>
            </a:extLst>
          </p:cNvPr>
          <p:cNvSpPr>
            <a:spLocks xmlns:a="http://schemas.openxmlformats.org/drawingml/2006/main" noGrp="1"/>
          </p:cNvSpPr>
          <p:nvPr/>
        </p:nvSpPr>
        <p:spPr>
          <a:xfrm xmlns:a="http://schemas.openxmlformats.org/drawingml/2006/main">
            <a:off x="7143750" y="2647950"/>
            <a:ext cx="1657350" cy="1743075"/>
          </a:xfrm>
          <a:prstGeom xmlns:a="http://schemas.openxmlformats.org/drawingml/2006/main" prst="rect">
            <a:avLst/>
          </a:prstGeom>
          <a:solidFill xmlns:a="http://schemas.openxmlformats.org/drawingml/2006/main">
            <a:srgbClr val="F5EBD9"/>
          </a:solidFill>
          <a:ln xmlns:a="http://schemas.openxmlformats.org/drawingml/2006/main" w="0">
            <a:noFill/>
            <a:prstDash val="solid"/>
          </a:ln>
        </p:spPr>
      </p:sp>
      <p:sp>
        <p:nvSpPr>
          <p:cNvPr id="24" name="workflow-stage-4-accent">
            <a:extLst xmlns:a="http://schemas.openxmlformats.org/drawingml/2006/main">
              <a:ext uri="{FF2B5EF4-FFF2-40B4-BE49-F238E27FC236}">
                <a16:creationId xmlns:a16="http://schemas.microsoft.com/office/drawing/2014/main" id="{338AAFA6-6730-42AD-9712-37C374A33388}"/>
              </a:ext>
            </a:extLst>
          </p:cNvPr>
          <p:cNvSpPr>
            <a:spLocks xmlns:a="http://schemas.openxmlformats.org/drawingml/2006/main" noGrp="1"/>
          </p:cNvSpPr>
          <p:nvPr/>
        </p:nvSpPr>
        <p:spPr>
          <a:xfrm xmlns:a="http://schemas.openxmlformats.org/drawingml/2006/main">
            <a:off x="7143750" y="2647950"/>
            <a:ext cx="1657350" cy="47625"/>
          </a:xfrm>
          <a:prstGeom xmlns:a="http://schemas.openxmlformats.org/drawingml/2006/main" prst="rect">
            <a:avLst/>
          </a:prstGeom>
          <a:solidFill xmlns:a="http://schemas.openxmlformats.org/drawingml/2006/main">
            <a:srgbClr val="C78A38"/>
          </a:solidFill>
          <a:ln xmlns:a="http://schemas.openxmlformats.org/drawingml/2006/main" w="0">
            <a:noFill/>
            <a:prstDash val="solid"/>
          </a:ln>
        </p:spPr>
      </p:sp>
      <p:sp>
        <p:nvSpPr>
          <p:cNvPr id="25" name="workflow-stage-4-number">
            <a:extLst xmlns:a="http://schemas.openxmlformats.org/drawingml/2006/main">
              <a:ext uri="{FF2B5EF4-FFF2-40B4-BE49-F238E27FC236}">
                <a16:creationId xmlns:a16="http://schemas.microsoft.com/office/drawing/2014/main" id="{5B2B74E9-1134-4691-834C-3A56CEBAE81B}"/>
              </a:ext>
            </a:extLst>
          </p:cNvPr>
          <p:cNvSpPr>
            <a:spLocks xmlns:a="http://schemas.openxmlformats.org/drawingml/2006/main" noGrp="1"/>
          </p:cNvSpPr>
          <p:nvPr/>
        </p:nvSpPr>
        <p:spPr>
          <a:xfrm xmlns:a="http://schemas.openxmlformats.org/drawingml/2006/main">
            <a:off x="7296150" y="2847975"/>
            <a:ext cx="323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C78A38"/>
                </a:solidFill>
                <a:latin typeface="Arial"/>
                <a:ea typeface="Arial"/>
                <a:cs typeface="Arial"/>
              </a:defRPr>
            </a:defPPr>
            <a:lvl1pPr algn="l">
              <a:defRPr sz="975" b="1">
                <a:solidFill>
                  <a:srgbClr val="C78A38"/>
                </a:solidFill>
                <a:latin typeface="Arial"/>
                <a:ea typeface="Arial"/>
                <a:cs typeface="Arial"/>
              </a:defRPr>
            </a:lvl1pPr>
            <a:lvl2pPr algn="l">
              <a:defRPr sz="975" b="1">
                <a:solidFill>
                  <a:srgbClr val="C78A38"/>
                </a:solidFill>
                <a:latin typeface="Arial"/>
                <a:ea typeface="Arial"/>
                <a:cs typeface="Arial"/>
              </a:defRPr>
            </a:lvl2pPr>
            <a:lvl3pPr algn="l">
              <a:defRPr sz="975" b="1">
                <a:solidFill>
                  <a:srgbClr val="C78A38"/>
                </a:solidFill>
                <a:latin typeface="Arial"/>
                <a:ea typeface="Arial"/>
                <a:cs typeface="Arial"/>
              </a:defRPr>
            </a:lvl3pPr>
            <a:lvl4pPr algn="l">
              <a:defRPr sz="975" b="1">
                <a:solidFill>
                  <a:srgbClr val="C78A38"/>
                </a:solidFill>
                <a:latin typeface="Arial"/>
                <a:ea typeface="Arial"/>
                <a:cs typeface="Arial"/>
              </a:defRPr>
            </a:lvl4pPr>
            <a:lvl5pPr algn="l">
              <a:defRPr sz="975" b="1">
                <a:solidFill>
                  <a:srgbClr val="C78A38"/>
                </a:solidFill>
                <a:latin typeface="Arial"/>
                <a:ea typeface="Arial"/>
                <a:cs typeface="Arial"/>
              </a:defRPr>
            </a:lvl5pPr>
            <a:lvl6pPr algn="l">
              <a:defRPr sz="975" b="1">
                <a:solidFill>
                  <a:srgbClr val="C78A38"/>
                </a:solidFill>
                <a:latin typeface="Arial"/>
                <a:ea typeface="Arial"/>
                <a:cs typeface="Arial"/>
              </a:defRPr>
            </a:lvl6pPr>
            <a:lvl7pPr algn="l">
              <a:defRPr sz="975" b="1">
                <a:solidFill>
                  <a:srgbClr val="C78A38"/>
                </a:solidFill>
                <a:latin typeface="Arial"/>
                <a:ea typeface="Arial"/>
                <a:cs typeface="Arial"/>
              </a:defRPr>
            </a:lvl7pPr>
            <a:lvl8pPr algn="l">
              <a:defRPr sz="975" b="1">
                <a:solidFill>
                  <a:srgbClr val="C78A38"/>
                </a:solidFill>
                <a:latin typeface="Arial"/>
                <a:ea typeface="Arial"/>
                <a:cs typeface="Arial"/>
              </a:defRPr>
            </a:lvl8pPr>
            <a:lvl9pPr algn="l">
              <a:defRPr sz="975" b="1">
                <a:solidFill>
                  <a:srgbClr val="C78A38"/>
                </a:solidFill>
                <a:latin typeface="Arial"/>
                <a:ea typeface="Arial"/>
                <a:cs typeface="Arial"/>
              </a:defRPr>
            </a:lvl9pPr>
          </a:lstStyle>
          <a:p xmlns:a="http://schemas.openxmlformats.org/drawingml/2006/main">
            <a:pPr algn="l">
              <a:defRPr sz="975" b="1">
                <a:solidFill>
                  <a:srgbClr val="C78A38"/>
                </a:solidFill>
                <a:latin typeface="Arial"/>
                <a:ea typeface="Arial"/>
                <a:cs typeface="Arial"/>
              </a:defRPr>
            </a:pPr>
            <a:r>
              <a:rPr sz="975" b="1">
                <a:solidFill>
                  <a:srgbClr val="C78A38"/>
                </a:solidFill>
                <a:latin typeface="Arial"/>
                <a:ea typeface="Arial"/>
                <a:cs typeface="Arial"/>
              </a:rPr>
              <a:t>04</a:t>
            </a:r>
          </a:p>
        </p:txBody>
      </p:sp>
      <p:sp>
        <p:nvSpPr>
          <p:cNvPr id="26" name="workflow-stage-4-title">
            <a:extLst xmlns:a="http://schemas.openxmlformats.org/drawingml/2006/main">
              <a:ext uri="{FF2B5EF4-FFF2-40B4-BE49-F238E27FC236}">
                <a16:creationId xmlns:a16="http://schemas.microsoft.com/office/drawing/2014/main" id="{0A10A1E4-DBC2-4747-B1F8-EC5B9490AC11}"/>
              </a:ext>
            </a:extLst>
          </p:cNvPr>
          <p:cNvSpPr>
            <a:spLocks xmlns:a="http://schemas.openxmlformats.org/drawingml/2006/main" noGrp="1"/>
          </p:cNvSpPr>
          <p:nvPr/>
        </p:nvSpPr>
        <p:spPr>
          <a:xfrm xmlns:a="http://schemas.openxmlformats.org/drawingml/2006/main">
            <a:off x="7296150" y="3171825"/>
            <a:ext cx="1428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defPPr algn="l">
              <a:defRPr sz="1800" b="0">
                <a:solidFill>
                  <a:srgbClr val="183525"/>
                </a:solidFill>
                <a:latin typeface="Georgia"/>
                <a:ea typeface="Georgia"/>
                <a:cs typeface="Georgia"/>
              </a:defRPr>
            </a:defPPr>
            <a:lvl1pPr algn="l">
              <a:defRPr sz="1800" b="0">
                <a:solidFill>
                  <a:srgbClr val="183525"/>
                </a:solidFill>
                <a:latin typeface="Georgia"/>
                <a:ea typeface="Georgia"/>
                <a:cs typeface="Georgia"/>
              </a:defRPr>
            </a:lvl1pPr>
            <a:lvl2pPr algn="l">
              <a:defRPr sz="1800" b="0">
                <a:solidFill>
                  <a:srgbClr val="183525"/>
                </a:solidFill>
                <a:latin typeface="Georgia"/>
                <a:ea typeface="Georgia"/>
                <a:cs typeface="Georgia"/>
              </a:defRPr>
            </a:lvl2pPr>
            <a:lvl3pPr algn="l">
              <a:defRPr sz="1800" b="0">
                <a:solidFill>
                  <a:srgbClr val="183525"/>
                </a:solidFill>
                <a:latin typeface="Georgia"/>
                <a:ea typeface="Georgia"/>
                <a:cs typeface="Georgia"/>
              </a:defRPr>
            </a:lvl3pPr>
            <a:lvl4pPr algn="l">
              <a:defRPr sz="1800" b="0">
                <a:solidFill>
                  <a:srgbClr val="183525"/>
                </a:solidFill>
                <a:latin typeface="Georgia"/>
                <a:ea typeface="Georgia"/>
                <a:cs typeface="Georgia"/>
              </a:defRPr>
            </a:lvl4pPr>
            <a:lvl5pPr algn="l">
              <a:defRPr sz="1800" b="0">
                <a:solidFill>
                  <a:srgbClr val="183525"/>
                </a:solidFill>
                <a:latin typeface="Georgia"/>
                <a:ea typeface="Georgia"/>
                <a:cs typeface="Georgia"/>
              </a:defRPr>
            </a:lvl5pPr>
            <a:lvl6pPr algn="l">
              <a:defRPr sz="1800" b="0">
                <a:solidFill>
                  <a:srgbClr val="183525"/>
                </a:solidFill>
                <a:latin typeface="Georgia"/>
                <a:ea typeface="Georgia"/>
                <a:cs typeface="Georgia"/>
              </a:defRPr>
            </a:lvl6pPr>
            <a:lvl7pPr algn="l">
              <a:defRPr sz="1800" b="0">
                <a:solidFill>
                  <a:srgbClr val="183525"/>
                </a:solidFill>
                <a:latin typeface="Georgia"/>
                <a:ea typeface="Georgia"/>
                <a:cs typeface="Georgia"/>
              </a:defRPr>
            </a:lvl7pPr>
            <a:lvl8pPr algn="l">
              <a:defRPr sz="1800" b="0">
                <a:solidFill>
                  <a:srgbClr val="183525"/>
                </a:solidFill>
                <a:latin typeface="Georgia"/>
                <a:ea typeface="Georgia"/>
                <a:cs typeface="Georgia"/>
              </a:defRPr>
            </a:lvl8pPr>
            <a:lvl9pPr algn="l">
              <a:defRPr sz="1800" b="0">
                <a:solidFill>
                  <a:srgbClr val="183525"/>
                </a:solidFill>
                <a:latin typeface="Georgia"/>
                <a:ea typeface="Georgia"/>
                <a:cs typeface="Georgia"/>
              </a:defRPr>
            </a:lvl9pPr>
          </a:lstStyle>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Risk</a:t>
            </a:r>
          </a:p>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Critic</a:t>
            </a:r>
          </a:p>
        </p:txBody>
      </p:sp>
      <p:sp>
        <p:nvSpPr>
          <p:cNvPr id="27" name="workflow-stage-4-body">
            <a:extLst xmlns:a="http://schemas.openxmlformats.org/drawingml/2006/main">
              <a:ext uri="{FF2B5EF4-FFF2-40B4-BE49-F238E27FC236}">
                <a16:creationId xmlns:a16="http://schemas.microsoft.com/office/drawing/2014/main" id="{B154CE96-1337-45A7-ABFA-81D046501750}"/>
              </a:ext>
            </a:extLst>
          </p:cNvPr>
          <p:cNvSpPr>
            <a:spLocks xmlns:a="http://schemas.openxmlformats.org/drawingml/2006/main" noGrp="1"/>
          </p:cNvSpPr>
          <p:nvPr/>
        </p:nvSpPr>
        <p:spPr>
          <a:xfrm xmlns:a="http://schemas.openxmlformats.org/drawingml/2006/main">
            <a:off x="7296150" y="3829050"/>
            <a:ext cx="14097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148"/>
          </a:bodyPr>
          <a:lstStyle xmlns:a="http://schemas.openxmlformats.org/drawingml/2006/main">
            <a:defPPr algn="l">
              <a:defRPr sz="1125" b="0">
                <a:solidFill>
                  <a:srgbClr val="69766B"/>
                </a:solidFill>
                <a:latin typeface="Arial"/>
                <a:ea typeface="Arial"/>
                <a:cs typeface="Arial"/>
              </a:defRPr>
            </a:defPPr>
            <a:lvl1pPr algn="l">
              <a:defRPr sz="1125" b="0">
                <a:solidFill>
                  <a:srgbClr val="69766B"/>
                </a:solidFill>
                <a:latin typeface="Arial"/>
                <a:ea typeface="Arial"/>
                <a:cs typeface="Arial"/>
              </a:defRPr>
            </a:lvl1pPr>
            <a:lvl2pPr algn="l">
              <a:defRPr sz="1125" b="0">
                <a:solidFill>
                  <a:srgbClr val="69766B"/>
                </a:solidFill>
                <a:latin typeface="Arial"/>
                <a:ea typeface="Arial"/>
                <a:cs typeface="Arial"/>
              </a:defRPr>
            </a:lvl2pPr>
            <a:lvl3pPr algn="l">
              <a:defRPr sz="1125" b="0">
                <a:solidFill>
                  <a:srgbClr val="69766B"/>
                </a:solidFill>
                <a:latin typeface="Arial"/>
                <a:ea typeface="Arial"/>
                <a:cs typeface="Arial"/>
              </a:defRPr>
            </a:lvl3pPr>
            <a:lvl4pPr algn="l">
              <a:defRPr sz="1125" b="0">
                <a:solidFill>
                  <a:srgbClr val="69766B"/>
                </a:solidFill>
                <a:latin typeface="Arial"/>
                <a:ea typeface="Arial"/>
                <a:cs typeface="Arial"/>
              </a:defRPr>
            </a:lvl4pPr>
            <a:lvl5pPr algn="l">
              <a:defRPr sz="1125" b="0">
                <a:solidFill>
                  <a:srgbClr val="69766B"/>
                </a:solidFill>
                <a:latin typeface="Arial"/>
                <a:ea typeface="Arial"/>
                <a:cs typeface="Arial"/>
              </a:defRPr>
            </a:lvl5pPr>
            <a:lvl6pPr algn="l">
              <a:defRPr sz="1125" b="0">
                <a:solidFill>
                  <a:srgbClr val="69766B"/>
                </a:solidFill>
                <a:latin typeface="Arial"/>
                <a:ea typeface="Arial"/>
                <a:cs typeface="Arial"/>
              </a:defRPr>
            </a:lvl6pPr>
            <a:lvl7pPr algn="l">
              <a:defRPr sz="1125" b="0">
                <a:solidFill>
                  <a:srgbClr val="69766B"/>
                </a:solidFill>
                <a:latin typeface="Arial"/>
                <a:ea typeface="Arial"/>
                <a:cs typeface="Arial"/>
              </a:defRPr>
            </a:lvl7pPr>
            <a:lvl8pPr algn="l">
              <a:defRPr sz="1125" b="0">
                <a:solidFill>
                  <a:srgbClr val="69766B"/>
                </a:solidFill>
                <a:latin typeface="Arial"/>
                <a:ea typeface="Arial"/>
                <a:cs typeface="Arial"/>
              </a:defRPr>
            </a:lvl8pPr>
            <a:lvl9pPr algn="l">
              <a:defRPr sz="1125" b="0">
                <a:solidFill>
                  <a:srgbClr val="69766B"/>
                </a:solidFill>
                <a:latin typeface="Arial"/>
                <a:ea typeface="Arial"/>
                <a:cs typeface="Arial"/>
              </a:defRPr>
            </a:lvl9pPr>
          </a:lstStyle>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Freshness · coverage</a:t>
            </a:r>
          </a:p>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contradiction</a:t>
            </a:r>
          </a:p>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farmer limits</a:t>
            </a:r>
          </a:p>
        </p:txBody>
      </p:sp>
      <p:sp>
        <p:nvSpPr>
          <p:cNvPr id="28" name="workflow-arrow-4">
            <a:extLst xmlns:a="http://schemas.openxmlformats.org/drawingml/2006/main">
              <a:ext uri="{FF2B5EF4-FFF2-40B4-BE49-F238E27FC236}">
                <a16:creationId xmlns:a16="http://schemas.microsoft.com/office/drawing/2014/main" id="{46DDE1BB-FD4F-472C-9281-D90C06EF8922}"/>
              </a:ext>
            </a:extLst>
          </p:cNvPr>
          <p:cNvSpPr>
            <a:spLocks xmlns:a="http://schemas.openxmlformats.org/drawingml/2006/main" noGrp="1"/>
          </p:cNvSpPr>
          <p:nvPr/>
        </p:nvSpPr>
        <p:spPr>
          <a:xfrm xmlns:a="http://schemas.openxmlformats.org/drawingml/2006/main">
            <a:off x="8867775" y="3209925"/>
            <a:ext cx="371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250" b="0">
                <a:solidFill>
                  <a:srgbClr val="C78A38"/>
                </a:solidFill>
                <a:latin typeface="Georgia"/>
                <a:ea typeface="Georgia"/>
                <a:cs typeface="Georgia"/>
              </a:defRPr>
            </a:defPPr>
            <a:lvl1pPr algn="ctr">
              <a:defRPr sz="2250" b="0">
                <a:solidFill>
                  <a:srgbClr val="C78A38"/>
                </a:solidFill>
                <a:latin typeface="Georgia"/>
                <a:ea typeface="Georgia"/>
                <a:cs typeface="Georgia"/>
              </a:defRPr>
            </a:lvl1pPr>
            <a:lvl2pPr algn="ctr">
              <a:defRPr sz="2250" b="0">
                <a:solidFill>
                  <a:srgbClr val="C78A38"/>
                </a:solidFill>
                <a:latin typeface="Georgia"/>
                <a:ea typeface="Georgia"/>
                <a:cs typeface="Georgia"/>
              </a:defRPr>
            </a:lvl2pPr>
            <a:lvl3pPr algn="ctr">
              <a:defRPr sz="2250" b="0">
                <a:solidFill>
                  <a:srgbClr val="C78A38"/>
                </a:solidFill>
                <a:latin typeface="Georgia"/>
                <a:ea typeface="Georgia"/>
                <a:cs typeface="Georgia"/>
              </a:defRPr>
            </a:lvl3pPr>
            <a:lvl4pPr algn="ctr">
              <a:defRPr sz="2250" b="0">
                <a:solidFill>
                  <a:srgbClr val="C78A38"/>
                </a:solidFill>
                <a:latin typeface="Georgia"/>
                <a:ea typeface="Georgia"/>
                <a:cs typeface="Georgia"/>
              </a:defRPr>
            </a:lvl4pPr>
            <a:lvl5pPr algn="ctr">
              <a:defRPr sz="2250" b="0">
                <a:solidFill>
                  <a:srgbClr val="C78A38"/>
                </a:solidFill>
                <a:latin typeface="Georgia"/>
                <a:ea typeface="Georgia"/>
                <a:cs typeface="Georgia"/>
              </a:defRPr>
            </a:lvl5pPr>
            <a:lvl6pPr algn="ctr">
              <a:defRPr sz="2250" b="0">
                <a:solidFill>
                  <a:srgbClr val="C78A38"/>
                </a:solidFill>
                <a:latin typeface="Georgia"/>
                <a:ea typeface="Georgia"/>
                <a:cs typeface="Georgia"/>
              </a:defRPr>
            </a:lvl6pPr>
            <a:lvl7pPr algn="ctr">
              <a:defRPr sz="2250" b="0">
                <a:solidFill>
                  <a:srgbClr val="C78A38"/>
                </a:solidFill>
                <a:latin typeface="Georgia"/>
                <a:ea typeface="Georgia"/>
                <a:cs typeface="Georgia"/>
              </a:defRPr>
            </a:lvl7pPr>
            <a:lvl8pPr algn="ctr">
              <a:defRPr sz="2250" b="0">
                <a:solidFill>
                  <a:srgbClr val="C78A38"/>
                </a:solidFill>
                <a:latin typeface="Georgia"/>
                <a:ea typeface="Georgia"/>
                <a:cs typeface="Georgia"/>
              </a:defRPr>
            </a:lvl8pPr>
            <a:lvl9pPr algn="ctr">
              <a:defRPr sz="2250" b="0">
                <a:solidFill>
                  <a:srgbClr val="C78A38"/>
                </a:solidFill>
                <a:latin typeface="Georgia"/>
                <a:ea typeface="Georgia"/>
                <a:cs typeface="Georgia"/>
              </a:defRPr>
            </a:lvl9pPr>
          </a:lstStyle>
          <a:p xmlns:a="http://schemas.openxmlformats.org/drawingml/2006/main">
            <a:pPr algn="ctr">
              <a:defRPr sz="2250" b="0">
                <a:solidFill>
                  <a:srgbClr val="C78A38"/>
                </a:solidFill>
                <a:latin typeface="Georgia"/>
                <a:ea typeface="Georgia"/>
                <a:cs typeface="Georgia"/>
              </a:defRPr>
            </a:pPr>
            <a:r>
              <a:rPr sz="2250" b="0">
                <a:solidFill>
                  <a:srgbClr val="C78A38"/>
                </a:solidFill>
                <a:latin typeface="Georgia"/>
                <a:ea typeface="Georgia"/>
                <a:cs typeface="Georgia"/>
              </a:rPr>
              <a:t>→</a:t>
            </a:r>
          </a:p>
        </p:txBody>
      </p:sp>
      <p:sp>
        <p:nvSpPr>
          <p:cNvPr id="29" name="workflow-stage-5">
            <a:extLst xmlns:a="http://schemas.openxmlformats.org/drawingml/2006/main">
              <a:ext uri="{FF2B5EF4-FFF2-40B4-BE49-F238E27FC236}">
                <a16:creationId xmlns:a16="http://schemas.microsoft.com/office/drawing/2014/main" id="{B9B50179-D975-4947-97D4-7CFDA0F2CDD3}"/>
              </a:ext>
            </a:extLst>
          </p:cNvPr>
          <p:cNvSpPr>
            <a:spLocks xmlns:a="http://schemas.openxmlformats.org/drawingml/2006/main" noGrp="1"/>
          </p:cNvSpPr>
          <p:nvPr/>
        </p:nvSpPr>
        <p:spPr>
          <a:xfrm xmlns:a="http://schemas.openxmlformats.org/drawingml/2006/main">
            <a:off x="9277350" y="2647950"/>
            <a:ext cx="1657350" cy="1743075"/>
          </a:xfrm>
          <a:prstGeom xmlns:a="http://schemas.openxmlformats.org/drawingml/2006/main" prst="rect">
            <a:avLst/>
          </a:prstGeom>
          <a:solidFill xmlns:a="http://schemas.openxmlformats.org/drawingml/2006/main">
            <a:srgbClr val="F4F2E9"/>
          </a:solidFill>
          <a:ln xmlns:a="http://schemas.openxmlformats.org/drawingml/2006/main" w="0">
            <a:noFill/>
            <a:prstDash val="solid"/>
          </a:ln>
        </p:spPr>
      </p:sp>
      <p:sp>
        <p:nvSpPr>
          <p:cNvPr id="30" name="workflow-stage-5-accent">
            <a:extLst xmlns:a="http://schemas.openxmlformats.org/drawingml/2006/main">
              <a:ext uri="{FF2B5EF4-FFF2-40B4-BE49-F238E27FC236}">
                <a16:creationId xmlns:a16="http://schemas.microsoft.com/office/drawing/2014/main" id="{4AEC8F99-5460-4B9B-AAF7-8B87C69C40C6}"/>
              </a:ext>
            </a:extLst>
          </p:cNvPr>
          <p:cNvSpPr>
            <a:spLocks xmlns:a="http://schemas.openxmlformats.org/drawingml/2006/main" noGrp="1"/>
          </p:cNvSpPr>
          <p:nvPr/>
        </p:nvSpPr>
        <p:spPr>
          <a:xfrm xmlns:a="http://schemas.openxmlformats.org/drawingml/2006/main">
            <a:off x="9277350" y="2647950"/>
            <a:ext cx="1657350" cy="47625"/>
          </a:xfrm>
          <a:prstGeom xmlns:a="http://schemas.openxmlformats.org/drawingml/2006/main" prst="rect">
            <a:avLst/>
          </a:prstGeom>
          <a:solidFill xmlns:a="http://schemas.openxmlformats.org/drawingml/2006/main">
            <a:srgbClr val="C78A38"/>
          </a:solidFill>
          <a:ln xmlns:a="http://schemas.openxmlformats.org/drawingml/2006/main" w="0">
            <a:noFill/>
            <a:prstDash val="solid"/>
          </a:ln>
        </p:spPr>
      </p:sp>
      <p:sp>
        <p:nvSpPr>
          <p:cNvPr id="31" name="workflow-stage-5-number">
            <a:extLst xmlns:a="http://schemas.openxmlformats.org/drawingml/2006/main">
              <a:ext uri="{FF2B5EF4-FFF2-40B4-BE49-F238E27FC236}">
                <a16:creationId xmlns:a16="http://schemas.microsoft.com/office/drawing/2014/main" id="{C5FD6523-8A2F-476D-8266-BDF19690A264}"/>
              </a:ext>
            </a:extLst>
          </p:cNvPr>
          <p:cNvSpPr>
            <a:spLocks xmlns:a="http://schemas.openxmlformats.org/drawingml/2006/main" noGrp="1"/>
          </p:cNvSpPr>
          <p:nvPr/>
        </p:nvSpPr>
        <p:spPr>
          <a:xfrm xmlns:a="http://schemas.openxmlformats.org/drawingml/2006/main">
            <a:off x="9429750" y="2847975"/>
            <a:ext cx="323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C78A38"/>
                </a:solidFill>
                <a:latin typeface="Arial"/>
                <a:ea typeface="Arial"/>
                <a:cs typeface="Arial"/>
              </a:defRPr>
            </a:defPPr>
            <a:lvl1pPr algn="l">
              <a:defRPr sz="975" b="1">
                <a:solidFill>
                  <a:srgbClr val="C78A38"/>
                </a:solidFill>
                <a:latin typeface="Arial"/>
                <a:ea typeface="Arial"/>
                <a:cs typeface="Arial"/>
              </a:defRPr>
            </a:lvl1pPr>
            <a:lvl2pPr algn="l">
              <a:defRPr sz="975" b="1">
                <a:solidFill>
                  <a:srgbClr val="C78A38"/>
                </a:solidFill>
                <a:latin typeface="Arial"/>
                <a:ea typeface="Arial"/>
                <a:cs typeface="Arial"/>
              </a:defRPr>
            </a:lvl2pPr>
            <a:lvl3pPr algn="l">
              <a:defRPr sz="975" b="1">
                <a:solidFill>
                  <a:srgbClr val="C78A38"/>
                </a:solidFill>
                <a:latin typeface="Arial"/>
                <a:ea typeface="Arial"/>
                <a:cs typeface="Arial"/>
              </a:defRPr>
            </a:lvl3pPr>
            <a:lvl4pPr algn="l">
              <a:defRPr sz="975" b="1">
                <a:solidFill>
                  <a:srgbClr val="C78A38"/>
                </a:solidFill>
                <a:latin typeface="Arial"/>
                <a:ea typeface="Arial"/>
                <a:cs typeface="Arial"/>
              </a:defRPr>
            </a:lvl4pPr>
            <a:lvl5pPr algn="l">
              <a:defRPr sz="975" b="1">
                <a:solidFill>
                  <a:srgbClr val="C78A38"/>
                </a:solidFill>
                <a:latin typeface="Arial"/>
                <a:ea typeface="Arial"/>
                <a:cs typeface="Arial"/>
              </a:defRPr>
            </a:lvl5pPr>
            <a:lvl6pPr algn="l">
              <a:defRPr sz="975" b="1">
                <a:solidFill>
                  <a:srgbClr val="C78A38"/>
                </a:solidFill>
                <a:latin typeface="Arial"/>
                <a:ea typeface="Arial"/>
                <a:cs typeface="Arial"/>
              </a:defRPr>
            </a:lvl6pPr>
            <a:lvl7pPr algn="l">
              <a:defRPr sz="975" b="1">
                <a:solidFill>
                  <a:srgbClr val="C78A38"/>
                </a:solidFill>
                <a:latin typeface="Arial"/>
                <a:ea typeface="Arial"/>
                <a:cs typeface="Arial"/>
              </a:defRPr>
            </a:lvl7pPr>
            <a:lvl8pPr algn="l">
              <a:defRPr sz="975" b="1">
                <a:solidFill>
                  <a:srgbClr val="C78A38"/>
                </a:solidFill>
                <a:latin typeface="Arial"/>
                <a:ea typeface="Arial"/>
                <a:cs typeface="Arial"/>
              </a:defRPr>
            </a:lvl8pPr>
            <a:lvl9pPr algn="l">
              <a:defRPr sz="975" b="1">
                <a:solidFill>
                  <a:srgbClr val="C78A38"/>
                </a:solidFill>
                <a:latin typeface="Arial"/>
                <a:ea typeface="Arial"/>
                <a:cs typeface="Arial"/>
              </a:defRPr>
            </a:lvl9pPr>
          </a:lstStyle>
          <a:p xmlns:a="http://schemas.openxmlformats.org/drawingml/2006/main">
            <a:pPr algn="l">
              <a:defRPr sz="975" b="1">
                <a:solidFill>
                  <a:srgbClr val="C78A38"/>
                </a:solidFill>
                <a:latin typeface="Arial"/>
                <a:ea typeface="Arial"/>
                <a:cs typeface="Arial"/>
              </a:defRPr>
            </a:pPr>
            <a:r>
              <a:rPr sz="975" b="1">
                <a:solidFill>
                  <a:srgbClr val="C78A38"/>
                </a:solidFill>
                <a:latin typeface="Arial"/>
                <a:ea typeface="Arial"/>
                <a:cs typeface="Arial"/>
              </a:rPr>
              <a:t>05</a:t>
            </a:r>
          </a:p>
        </p:txBody>
      </p:sp>
      <p:sp>
        <p:nvSpPr>
          <p:cNvPr id="32" name="workflow-stage-5-title">
            <a:extLst xmlns:a="http://schemas.openxmlformats.org/drawingml/2006/main">
              <a:ext uri="{FF2B5EF4-FFF2-40B4-BE49-F238E27FC236}">
                <a16:creationId xmlns:a16="http://schemas.microsoft.com/office/drawing/2014/main" id="{79D4F498-6057-406C-BA1F-7E26AD453CAB}"/>
              </a:ext>
            </a:extLst>
          </p:cNvPr>
          <p:cNvSpPr>
            <a:spLocks xmlns:a="http://schemas.openxmlformats.org/drawingml/2006/main" noGrp="1"/>
          </p:cNvSpPr>
          <p:nvPr/>
        </p:nvSpPr>
        <p:spPr>
          <a:xfrm xmlns:a="http://schemas.openxmlformats.org/drawingml/2006/main">
            <a:off x="9429750" y="3171825"/>
            <a:ext cx="1428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defPPr algn="l">
              <a:defRPr sz="1800" b="0">
                <a:solidFill>
                  <a:srgbClr val="183525"/>
                </a:solidFill>
                <a:latin typeface="Georgia"/>
                <a:ea typeface="Georgia"/>
                <a:cs typeface="Georgia"/>
              </a:defRPr>
            </a:defPPr>
            <a:lvl1pPr algn="l">
              <a:defRPr sz="1800" b="0">
                <a:solidFill>
                  <a:srgbClr val="183525"/>
                </a:solidFill>
                <a:latin typeface="Georgia"/>
                <a:ea typeface="Georgia"/>
                <a:cs typeface="Georgia"/>
              </a:defRPr>
            </a:lvl1pPr>
            <a:lvl2pPr algn="l">
              <a:defRPr sz="1800" b="0">
                <a:solidFill>
                  <a:srgbClr val="183525"/>
                </a:solidFill>
                <a:latin typeface="Georgia"/>
                <a:ea typeface="Georgia"/>
                <a:cs typeface="Georgia"/>
              </a:defRPr>
            </a:lvl2pPr>
            <a:lvl3pPr algn="l">
              <a:defRPr sz="1800" b="0">
                <a:solidFill>
                  <a:srgbClr val="183525"/>
                </a:solidFill>
                <a:latin typeface="Georgia"/>
                <a:ea typeface="Georgia"/>
                <a:cs typeface="Georgia"/>
              </a:defRPr>
            </a:lvl3pPr>
            <a:lvl4pPr algn="l">
              <a:defRPr sz="1800" b="0">
                <a:solidFill>
                  <a:srgbClr val="183525"/>
                </a:solidFill>
                <a:latin typeface="Georgia"/>
                <a:ea typeface="Georgia"/>
                <a:cs typeface="Georgia"/>
              </a:defRPr>
            </a:lvl4pPr>
            <a:lvl5pPr algn="l">
              <a:defRPr sz="1800" b="0">
                <a:solidFill>
                  <a:srgbClr val="183525"/>
                </a:solidFill>
                <a:latin typeface="Georgia"/>
                <a:ea typeface="Georgia"/>
                <a:cs typeface="Georgia"/>
              </a:defRPr>
            </a:lvl5pPr>
            <a:lvl6pPr algn="l">
              <a:defRPr sz="1800" b="0">
                <a:solidFill>
                  <a:srgbClr val="183525"/>
                </a:solidFill>
                <a:latin typeface="Georgia"/>
                <a:ea typeface="Georgia"/>
                <a:cs typeface="Georgia"/>
              </a:defRPr>
            </a:lvl6pPr>
            <a:lvl7pPr algn="l">
              <a:defRPr sz="1800" b="0">
                <a:solidFill>
                  <a:srgbClr val="183525"/>
                </a:solidFill>
                <a:latin typeface="Georgia"/>
                <a:ea typeface="Georgia"/>
                <a:cs typeface="Georgia"/>
              </a:defRPr>
            </a:lvl7pPr>
            <a:lvl8pPr algn="l">
              <a:defRPr sz="1800" b="0">
                <a:solidFill>
                  <a:srgbClr val="183525"/>
                </a:solidFill>
                <a:latin typeface="Georgia"/>
                <a:ea typeface="Georgia"/>
                <a:cs typeface="Georgia"/>
              </a:defRPr>
            </a:lvl8pPr>
            <a:lvl9pPr algn="l">
              <a:defRPr sz="1800" b="0">
                <a:solidFill>
                  <a:srgbClr val="183525"/>
                </a:solidFill>
                <a:latin typeface="Georgia"/>
                <a:ea typeface="Georgia"/>
                <a:cs typeface="Georgia"/>
              </a:defRPr>
            </a:lvl9pPr>
          </a:lstStyle>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Computed</a:t>
            </a:r>
          </a:p>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comparison</a:t>
            </a:r>
          </a:p>
        </p:txBody>
      </p:sp>
      <p:sp>
        <p:nvSpPr>
          <p:cNvPr id="33" name="workflow-stage-5-body">
            <a:extLst xmlns:a="http://schemas.openxmlformats.org/drawingml/2006/main">
              <a:ext uri="{FF2B5EF4-FFF2-40B4-BE49-F238E27FC236}">
                <a16:creationId xmlns:a16="http://schemas.microsoft.com/office/drawing/2014/main" id="{1A50F3AF-BD56-4351-B621-55432659DD63}"/>
              </a:ext>
            </a:extLst>
          </p:cNvPr>
          <p:cNvSpPr>
            <a:spLocks xmlns:a="http://schemas.openxmlformats.org/drawingml/2006/main" noGrp="1"/>
          </p:cNvSpPr>
          <p:nvPr/>
        </p:nvSpPr>
        <p:spPr>
          <a:xfrm xmlns:a="http://schemas.openxmlformats.org/drawingml/2006/main">
            <a:off x="9429750" y="3829050"/>
            <a:ext cx="14097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803"/>
          </a:bodyPr>
          <a:lstStyle xmlns:a="http://schemas.openxmlformats.org/drawingml/2006/main">
            <a:defPPr algn="l">
              <a:defRPr sz="1125" b="0">
                <a:solidFill>
                  <a:srgbClr val="69766B"/>
                </a:solidFill>
                <a:latin typeface="Arial"/>
                <a:ea typeface="Arial"/>
                <a:cs typeface="Arial"/>
              </a:defRPr>
            </a:defPPr>
            <a:lvl1pPr algn="l">
              <a:defRPr sz="1125" b="0">
                <a:solidFill>
                  <a:srgbClr val="69766B"/>
                </a:solidFill>
                <a:latin typeface="Arial"/>
                <a:ea typeface="Arial"/>
                <a:cs typeface="Arial"/>
              </a:defRPr>
            </a:lvl1pPr>
            <a:lvl2pPr algn="l">
              <a:defRPr sz="1125" b="0">
                <a:solidFill>
                  <a:srgbClr val="69766B"/>
                </a:solidFill>
                <a:latin typeface="Arial"/>
                <a:ea typeface="Arial"/>
                <a:cs typeface="Arial"/>
              </a:defRPr>
            </a:lvl2pPr>
            <a:lvl3pPr algn="l">
              <a:defRPr sz="1125" b="0">
                <a:solidFill>
                  <a:srgbClr val="69766B"/>
                </a:solidFill>
                <a:latin typeface="Arial"/>
                <a:ea typeface="Arial"/>
                <a:cs typeface="Arial"/>
              </a:defRPr>
            </a:lvl3pPr>
            <a:lvl4pPr algn="l">
              <a:defRPr sz="1125" b="0">
                <a:solidFill>
                  <a:srgbClr val="69766B"/>
                </a:solidFill>
                <a:latin typeface="Arial"/>
                <a:ea typeface="Arial"/>
                <a:cs typeface="Arial"/>
              </a:defRPr>
            </a:lvl4pPr>
            <a:lvl5pPr algn="l">
              <a:defRPr sz="1125" b="0">
                <a:solidFill>
                  <a:srgbClr val="69766B"/>
                </a:solidFill>
                <a:latin typeface="Arial"/>
                <a:ea typeface="Arial"/>
                <a:cs typeface="Arial"/>
              </a:defRPr>
            </a:lvl5pPr>
            <a:lvl6pPr algn="l">
              <a:defRPr sz="1125" b="0">
                <a:solidFill>
                  <a:srgbClr val="69766B"/>
                </a:solidFill>
                <a:latin typeface="Arial"/>
                <a:ea typeface="Arial"/>
                <a:cs typeface="Arial"/>
              </a:defRPr>
            </a:lvl6pPr>
            <a:lvl7pPr algn="l">
              <a:defRPr sz="1125" b="0">
                <a:solidFill>
                  <a:srgbClr val="69766B"/>
                </a:solidFill>
                <a:latin typeface="Arial"/>
                <a:ea typeface="Arial"/>
                <a:cs typeface="Arial"/>
              </a:defRPr>
            </a:lvl7pPr>
            <a:lvl8pPr algn="l">
              <a:defRPr sz="1125" b="0">
                <a:solidFill>
                  <a:srgbClr val="69766B"/>
                </a:solidFill>
                <a:latin typeface="Arial"/>
                <a:ea typeface="Arial"/>
                <a:cs typeface="Arial"/>
              </a:defRPr>
            </a:lvl8pPr>
            <a:lvl9pPr algn="l">
              <a:defRPr sz="1125" b="0">
                <a:solidFill>
                  <a:srgbClr val="69766B"/>
                </a:solidFill>
                <a:latin typeface="Arial"/>
                <a:ea typeface="Arial"/>
                <a:cs typeface="Arial"/>
              </a:defRPr>
            </a:lvl9pPr>
          </a:lstStyle>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Sell · hold · split</a:t>
            </a:r>
          </a:p>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or no recommendation</a:t>
            </a:r>
          </a:p>
        </p:txBody>
      </p:sp>
      <p:sp>
        <p:nvSpPr>
          <p:cNvPr id="34" name="workflow-feedback-arrow">
            <a:extLst xmlns:a="http://schemas.openxmlformats.org/drawingml/2006/main">
              <a:ext uri="{FF2B5EF4-FFF2-40B4-BE49-F238E27FC236}">
                <a16:creationId xmlns:a16="http://schemas.microsoft.com/office/drawing/2014/main" id="{C67FBE31-A62A-4863-A487-959B7781138C}"/>
              </a:ext>
            </a:extLst>
          </p:cNvPr>
          <p:cNvSpPr>
            <a:spLocks xmlns:a="http://schemas.openxmlformats.org/drawingml/2006/main" noGrp="1"/>
          </p:cNvSpPr>
          <p:nvPr/>
        </p:nvSpPr>
        <p:spPr>
          <a:xfrm xmlns:a="http://schemas.openxmlformats.org/drawingml/2006/main">
            <a:off x="4619625" y="4629150"/>
            <a:ext cx="4524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1">
                <a:solidFill>
                  <a:srgbClr val="486C75"/>
                </a:solidFill>
                <a:latin typeface="Arial"/>
                <a:ea typeface="Arial"/>
                <a:cs typeface="Arial"/>
              </a:defRPr>
            </a:defPPr>
            <a:lvl1pPr algn="ctr">
              <a:defRPr sz="1200" b="1">
                <a:solidFill>
                  <a:srgbClr val="486C75"/>
                </a:solidFill>
                <a:latin typeface="Arial"/>
                <a:ea typeface="Arial"/>
                <a:cs typeface="Arial"/>
              </a:defRPr>
            </a:lvl1pPr>
            <a:lvl2pPr algn="ctr">
              <a:defRPr sz="1200" b="1">
                <a:solidFill>
                  <a:srgbClr val="486C75"/>
                </a:solidFill>
                <a:latin typeface="Arial"/>
                <a:ea typeface="Arial"/>
                <a:cs typeface="Arial"/>
              </a:defRPr>
            </a:lvl2pPr>
            <a:lvl3pPr algn="ctr">
              <a:defRPr sz="1200" b="1">
                <a:solidFill>
                  <a:srgbClr val="486C75"/>
                </a:solidFill>
                <a:latin typeface="Arial"/>
                <a:ea typeface="Arial"/>
                <a:cs typeface="Arial"/>
              </a:defRPr>
            </a:lvl3pPr>
            <a:lvl4pPr algn="ctr">
              <a:defRPr sz="1200" b="1">
                <a:solidFill>
                  <a:srgbClr val="486C75"/>
                </a:solidFill>
                <a:latin typeface="Arial"/>
                <a:ea typeface="Arial"/>
                <a:cs typeface="Arial"/>
              </a:defRPr>
            </a:lvl4pPr>
            <a:lvl5pPr algn="ctr">
              <a:defRPr sz="1200" b="1">
                <a:solidFill>
                  <a:srgbClr val="486C75"/>
                </a:solidFill>
                <a:latin typeface="Arial"/>
                <a:ea typeface="Arial"/>
                <a:cs typeface="Arial"/>
              </a:defRPr>
            </a:lvl5pPr>
            <a:lvl6pPr algn="ctr">
              <a:defRPr sz="1200" b="1">
                <a:solidFill>
                  <a:srgbClr val="486C75"/>
                </a:solidFill>
                <a:latin typeface="Arial"/>
                <a:ea typeface="Arial"/>
                <a:cs typeface="Arial"/>
              </a:defRPr>
            </a:lvl6pPr>
            <a:lvl7pPr algn="ctr">
              <a:defRPr sz="1200" b="1">
                <a:solidFill>
                  <a:srgbClr val="486C75"/>
                </a:solidFill>
                <a:latin typeface="Arial"/>
                <a:ea typeface="Arial"/>
                <a:cs typeface="Arial"/>
              </a:defRPr>
            </a:lvl7pPr>
            <a:lvl8pPr algn="ctr">
              <a:defRPr sz="1200" b="1">
                <a:solidFill>
                  <a:srgbClr val="486C75"/>
                </a:solidFill>
                <a:latin typeface="Arial"/>
                <a:ea typeface="Arial"/>
                <a:cs typeface="Arial"/>
              </a:defRPr>
            </a:lvl8pPr>
            <a:lvl9pPr algn="ctr">
              <a:defRPr sz="1200" b="1">
                <a:solidFill>
                  <a:srgbClr val="486C75"/>
                </a:solidFill>
                <a:latin typeface="Arial"/>
                <a:ea typeface="Arial"/>
                <a:cs typeface="Arial"/>
              </a:defRPr>
            </a:lvl9pPr>
          </a:lstStyle>
          <a:p xmlns:a="http://schemas.openxmlformats.org/drawingml/2006/main">
            <a:pPr algn="ctr">
              <a:defRPr sz="1200" b="1">
                <a:solidFill>
                  <a:srgbClr val="486C75"/>
                </a:solidFill>
                <a:latin typeface="Arial"/>
                <a:ea typeface="Arial"/>
                <a:cs typeface="Arial"/>
              </a:defRPr>
            </a:pPr>
            <a:r>
              <a:rPr sz="1200" b="1">
                <a:solidFill>
                  <a:srgbClr val="486C75"/>
                </a:solidFill>
                <a:latin typeface="Arial"/>
                <a:ea typeface="Arial"/>
                <a:cs typeface="Arial"/>
              </a:rPr>
              <a:t>←  Rejected claims return to their owning analyst  ←</a:t>
            </a:r>
          </a:p>
        </p:txBody>
      </p:sp>
      <p:sp>
        <p:nvSpPr>
          <p:cNvPr id="35" name="workflow-feedback-line">
            <a:extLst xmlns:a="http://schemas.openxmlformats.org/drawingml/2006/main">
              <a:ext uri="{FF2B5EF4-FFF2-40B4-BE49-F238E27FC236}">
                <a16:creationId xmlns:a16="http://schemas.microsoft.com/office/drawing/2014/main" id="{EA160E98-0B87-4BA6-A71D-EDE5A09ED5C2}"/>
              </a:ext>
            </a:extLst>
          </p:cNvPr>
          <p:cNvSpPr>
            <a:spLocks xmlns:a="http://schemas.openxmlformats.org/drawingml/2006/main" noGrp="1"/>
          </p:cNvSpPr>
          <p:nvPr/>
        </p:nvSpPr>
        <p:spPr>
          <a:xfrm xmlns:a="http://schemas.openxmlformats.org/drawingml/2006/main">
            <a:off x="5334000" y="4533900"/>
            <a:ext cx="3048000" cy="0"/>
          </a:xfrm>
          <a:prstGeom xmlns:a="http://schemas.openxmlformats.org/drawingml/2006/main" prst="line">
            <a:avLst/>
          </a:prstGeom>
          <a:noFill xmlns:a="http://schemas.openxmlformats.org/drawingml/2006/main"/>
          <a:ln xmlns:a="http://schemas.openxmlformats.org/drawingml/2006/main" w="19050">
            <a:solidFill>
              <a:srgbClr val="486C75"/>
            </a:solidFill>
            <a:prstDash val="solid"/>
          </a:ln>
        </p:spPr>
      </p:sp>
      <p:sp>
        <p:nvSpPr>
          <p:cNvPr id="36" name="workflow-bounds">
            <a:extLst xmlns:a="http://schemas.openxmlformats.org/drawingml/2006/main">
              <a:ext uri="{FF2B5EF4-FFF2-40B4-BE49-F238E27FC236}">
                <a16:creationId xmlns:a16="http://schemas.microsoft.com/office/drawing/2014/main" id="{CE7E07D6-A7AD-484A-9908-FB6C5BC43BB5}"/>
              </a:ext>
            </a:extLst>
          </p:cNvPr>
          <p:cNvSpPr>
            <a:spLocks xmlns:a="http://schemas.openxmlformats.org/drawingml/2006/main" noGrp="1"/>
          </p:cNvSpPr>
          <p:nvPr/>
        </p:nvSpPr>
        <p:spPr>
          <a:xfrm xmlns:a="http://schemas.openxmlformats.org/drawingml/2006/main">
            <a:off x="762000" y="5248275"/>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a:solidFill>
                  <a:srgbClr val="274A34"/>
                </a:solidFill>
                <a:latin typeface="Arial"/>
                <a:ea typeface="Arial"/>
                <a:cs typeface="Arial"/>
              </a:defRPr>
            </a:defPPr>
            <a:lvl1pPr algn="ctr">
              <a:defRPr sz="1275" b="1">
                <a:solidFill>
                  <a:srgbClr val="274A34"/>
                </a:solidFill>
                <a:latin typeface="Arial"/>
                <a:ea typeface="Arial"/>
                <a:cs typeface="Arial"/>
              </a:defRPr>
            </a:lvl1pPr>
            <a:lvl2pPr algn="ctr">
              <a:defRPr sz="1275" b="1">
                <a:solidFill>
                  <a:srgbClr val="274A34"/>
                </a:solidFill>
                <a:latin typeface="Arial"/>
                <a:ea typeface="Arial"/>
                <a:cs typeface="Arial"/>
              </a:defRPr>
            </a:lvl2pPr>
            <a:lvl3pPr algn="ctr">
              <a:defRPr sz="1275" b="1">
                <a:solidFill>
                  <a:srgbClr val="274A34"/>
                </a:solidFill>
                <a:latin typeface="Arial"/>
                <a:ea typeface="Arial"/>
                <a:cs typeface="Arial"/>
              </a:defRPr>
            </a:lvl3pPr>
            <a:lvl4pPr algn="ctr">
              <a:defRPr sz="1275" b="1">
                <a:solidFill>
                  <a:srgbClr val="274A34"/>
                </a:solidFill>
                <a:latin typeface="Arial"/>
                <a:ea typeface="Arial"/>
                <a:cs typeface="Arial"/>
              </a:defRPr>
            </a:lvl4pPr>
            <a:lvl5pPr algn="ctr">
              <a:defRPr sz="1275" b="1">
                <a:solidFill>
                  <a:srgbClr val="274A34"/>
                </a:solidFill>
                <a:latin typeface="Arial"/>
                <a:ea typeface="Arial"/>
                <a:cs typeface="Arial"/>
              </a:defRPr>
            </a:lvl5pPr>
            <a:lvl6pPr algn="ctr">
              <a:defRPr sz="1275" b="1">
                <a:solidFill>
                  <a:srgbClr val="274A34"/>
                </a:solidFill>
                <a:latin typeface="Arial"/>
                <a:ea typeface="Arial"/>
                <a:cs typeface="Arial"/>
              </a:defRPr>
            </a:lvl6pPr>
            <a:lvl7pPr algn="ctr">
              <a:defRPr sz="1275" b="1">
                <a:solidFill>
                  <a:srgbClr val="274A34"/>
                </a:solidFill>
                <a:latin typeface="Arial"/>
                <a:ea typeface="Arial"/>
                <a:cs typeface="Arial"/>
              </a:defRPr>
            </a:lvl7pPr>
            <a:lvl8pPr algn="ctr">
              <a:defRPr sz="1275" b="1">
                <a:solidFill>
                  <a:srgbClr val="274A34"/>
                </a:solidFill>
                <a:latin typeface="Arial"/>
                <a:ea typeface="Arial"/>
                <a:cs typeface="Arial"/>
              </a:defRPr>
            </a:lvl8pPr>
            <a:lvl9pPr algn="ctr">
              <a:defRPr sz="1275" b="1">
                <a:solidFill>
                  <a:srgbClr val="274A34"/>
                </a:solidFill>
                <a:latin typeface="Arial"/>
                <a:ea typeface="Arial"/>
                <a:cs typeface="Arial"/>
              </a:defRPr>
            </a:lvl9pPr>
          </a:lstStyle>
          <a:p xmlns:a="http://schemas.openxmlformats.org/drawingml/2006/main">
            <a:pPr algn="ctr">
              <a:defRPr sz="1275" b="1">
                <a:solidFill>
                  <a:srgbClr val="274A34"/>
                </a:solidFill>
                <a:latin typeface="Arial"/>
                <a:ea typeface="Arial"/>
                <a:cs typeface="Arial"/>
              </a:defRPr>
            </a:pPr>
            <a:r>
              <a:rPr sz="1275" b="1">
                <a:solidFill>
                  <a:srgbClr val="274A34"/>
                </a:solidFill>
                <a:latin typeface="Arial"/>
                <a:ea typeface="Arial"/>
                <a:cs typeface="Arial"/>
              </a:rPr>
              <a:t>At most 2 revisions · 2 refreshes · 3 review rounds</a:t>
            </a:r>
          </a:p>
        </p:txBody>
      </p:sp>
      <p:sp>
        <p:nvSpPr>
          <p:cNvPr id="37" name="workflow-outcome">
            <a:extLst xmlns:a="http://schemas.openxmlformats.org/drawingml/2006/main">
              <a:ext uri="{FF2B5EF4-FFF2-40B4-BE49-F238E27FC236}">
                <a16:creationId xmlns:a16="http://schemas.microsoft.com/office/drawing/2014/main" id="{E2B5F941-BEAE-48F9-AF80-6EE0C178CCB5}"/>
              </a:ext>
            </a:extLst>
          </p:cNvPr>
          <p:cNvSpPr>
            <a:spLocks xmlns:a="http://schemas.openxmlformats.org/drawingml/2006/main" noGrp="1"/>
          </p:cNvSpPr>
          <p:nvPr/>
        </p:nvSpPr>
        <p:spPr>
          <a:xfrm xmlns:a="http://schemas.openxmlformats.org/drawingml/2006/main">
            <a:off x="1104900" y="5724525"/>
            <a:ext cx="9982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0">
                <a:solidFill>
                  <a:srgbClr val="69766B"/>
                </a:solidFill>
                <a:latin typeface="Arial"/>
                <a:ea typeface="Arial"/>
                <a:cs typeface="Arial"/>
              </a:defRPr>
            </a:defPPr>
            <a:lvl1pPr algn="ctr">
              <a:defRPr sz="1200" b="0">
                <a:solidFill>
                  <a:srgbClr val="69766B"/>
                </a:solidFill>
                <a:latin typeface="Arial"/>
                <a:ea typeface="Arial"/>
                <a:cs typeface="Arial"/>
              </a:defRPr>
            </a:lvl1pPr>
            <a:lvl2pPr algn="ctr">
              <a:defRPr sz="1200" b="0">
                <a:solidFill>
                  <a:srgbClr val="69766B"/>
                </a:solidFill>
                <a:latin typeface="Arial"/>
                <a:ea typeface="Arial"/>
                <a:cs typeface="Arial"/>
              </a:defRPr>
            </a:lvl2pPr>
            <a:lvl3pPr algn="ctr">
              <a:defRPr sz="1200" b="0">
                <a:solidFill>
                  <a:srgbClr val="69766B"/>
                </a:solidFill>
                <a:latin typeface="Arial"/>
                <a:ea typeface="Arial"/>
                <a:cs typeface="Arial"/>
              </a:defRPr>
            </a:lvl3pPr>
            <a:lvl4pPr algn="ctr">
              <a:defRPr sz="1200" b="0">
                <a:solidFill>
                  <a:srgbClr val="69766B"/>
                </a:solidFill>
                <a:latin typeface="Arial"/>
                <a:ea typeface="Arial"/>
                <a:cs typeface="Arial"/>
              </a:defRPr>
            </a:lvl4pPr>
            <a:lvl5pPr algn="ctr">
              <a:defRPr sz="1200" b="0">
                <a:solidFill>
                  <a:srgbClr val="69766B"/>
                </a:solidFill>
                <a:latin typeface="Arial"/>
                <a:ea typeface="Arial"/>
                <a:cs typeface="Arial"/>
              </a:defRPr>
            </a:lvl5pPr>
            <a:lvl6pPr algn="ctr">
              <a:defRPr sz="1200" b="0">
                <a:solidFill>
                  <a:srgbClr val="69766B"/>
                </a:solidFill>
                <a:latin typeface="Arial"/>
                <a:ea typeface="Arial"/>
                <a:cs typeface="Arial"/>
              </a:defRPr>
            </a:lvl6pPr>
            <a:lvl7pPr algn="ctr">
              <a:defRPr sz="1200" b="0">
                <a:solidFill>
                  <a:srgbClr val="69766B"/>
                </a:solidFill>
                <a:latin typeface="Arial"/>
                <a:ea typeface="Arial"/>
                <a:cs typeface="Arial"/>
              </a:defRPr>
            </a:lvl7pPr>
            <a:lvl8pPr algn="ctr">
              <a:defRPr sz="1200" b="0">
                <a:solidFill>
                  <a:srgbClr val="69766B"/>
                </a:solidFill>
                <a:latin typeface="Arial"/>
                <a:ea typeface="Arial"/>
                <a:cs typeface="Arial"/>
              </a:defRPr>
            </a:lvl8pPr>
            <a:lvl9pPr algn="ctr">
              <a:defRPr sz="1200" b="0">
                <a:solidFill>
                  <a:srgbClr val="69766B"/>
                </a:solidFill>
                <a:latin typeface="Arial"/>
                <a:ea typeface="Arial"/>
                <a:cs typeface="Arial"/>
              </a:defRPr>
            </a:lvl9pPr>
          </a:lstStyle>
          <a:p xmlns:a="http://schemas.openxmlformats.org/drawingml/2006/main">
            <a:pPr algn="ctr">
              <a:defRPr sz="1200" b="0">
                <a:solidFill>
                  <a:srgbClr val="69766B"/>
                </a:solidFill>
                <a:latin typeface="Arial"/>
                <a:ea typeface="Arial"/>
                <a:cs typeface="Arial"/>
              </a:defRPr>
            </a:pPr>
            <a:r>
              <a:rPr sz="1200" b="0">
                <a:solidFill>
                  <a:srgbClr val="69766B"/>
                </a:solidFill>
                <a:latin typeface="Arial"/>
                <a:ea typeface="Arial"/>
                <a:cs typeface="Arial"/>
              </a:rPr>
              <a:t>The planner compares the options with a fixed-seed expected-value simulation and records the trace.</a:t>
            </a:r>
          </a:p>
        </p:txBody>
      </p:sp>
    </p:spTree>
    <p:extLst>
      <p:ext uri="{BB962C8B-B14F-4D97-AF65-F5344CB8AC3E}">
        <p14:creationId xmlns:p14="http://schemas.microsoft.com/office/powerpoint/2010/main" val="1662981158"/>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23" name="slide-4-index">
            <a:extLst xmlns:a="http://schemas.openxmlformats.org/drawingml/2006/main">
              <a:ext uri="{FF2B5EF4-FFF2-40B4-BE49-F238E27FC236}">
                <a16:creationId xmlns:a16="http://schemas.microsoft.com/office/drawing/2014/main" id="{A0E22275-3B4E-4BF2-AD74-54810C4E0D16}"/>
              </a:ext>
            </a:extLst>
          </p:cNvPr>
          <p:cNvSpPr>
            <a:spLocks xmlns:a="http://schemas.openxmlformats.org/drawingml/2006/main" noGrp="1"/>
          </p:cNvSpPr>
          <p:nvPr/>
        </p:nvSpPr>
        <p:spPr>
          <a:xfrm xmlns:a="http://schemas.openxmlformats.org/drawingml/2006/main">
            <a:off x="742950" y="4667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44724E"/>
                </a:solidFill>
                <a:latin typeface="Arial"/>
                <a:ea typeface="Arial"/>
                <a:cs typeface="Arial"/>
              </a:defRPr>
            </a:defPPr>
            <a:lvl1pPr algn="l">
              <a:defRPr sz="900" b="1">
                <a:solidFill>
                  <a:srgbClr val="44724E"/>
                </a:solidFill>
                <a:latin typeface="Arial"/>
                <a:ea typeface="Arial"/>
                <a:cs typeface="Arial"/>
              </a:defRPr>
            </a:lvl1pPr>
            <a:lvl2pPr algn="l">
              <a:defRPr sz="900" b="1">
                <a:solidFill>
                  <a:srgbClr val="44724E"/>
                </a:solidFill>
                <a:latin typeface="Arial"/>
                <a:ea typeface="Arial"/>
                <a:cs typeface="Arial"/>
              </a:defRPr>
            </a:lvl2pPr>
            <a:lvl3pPr algn="l">
              <a:defRPr sz="900" b="1">
                <a:solidFill>
                  <a:srgbClr val="44724E"/>
                </a:solidFill>
                <a:latin typeface="Arial"/>
                <a:ea typeface="Arial"/>
                <a:cs typeface="Arial"/>
              </a:defRPr>
            </a:lvl3pPr>
            <a:lvl4pPr algn="l">
              <a:defRPr sz="900" b="1">
                <a:solidFill>
                  <a:srgbClr val="44724E"/>
                </a:solidFill>
                <a:latin typeface="Arial"/>
                <a:ea typeface="Arial"/>
                <a:cs typeface="Arial"/>
              </a:defRPr>
            </a:lvl4pPr>
            <a:lvl5pPr algn="l">
              <a:defRPr sz="900" b="1">
                <a:solidFill>
                  <a:srgbClr val="44724E"/>
                </a:solidFill>
                <a:latin typeface="Arial"/>
                <a:ea typeface="Arial"/>
                <a:cs typeface="Arial"/>
              </a:defRPr>
            </a:lvl5pPr>
            <a:lvl6pPr algn="l">
              <a:defRPr sz="900" b="1">
                <a:solidFill>
                  <a:srgbClr val="44724E"/>
                </a:solidFill>
                <a:latin typeface="Arial"/>
                <a:ea typeface="Arial"/>
                <a:cs typeface="Arial"/>
              </a:defRPr>
            </a:lvl6pPr>
            <a:lvl7pPr algn="l">
              <a:defRPr sz="900" b="1">
                <a:solidFill>
                  <a:srgbClr val="44724E"/>
                </a:solidFill>
                <a:latin typeface="Arial"/>
                <a:ea typeface="Arial"/>
                <a:cs typeface="Arial"/>
              </a:defRPr>
            </a:lvl7pPr>
            <a:lvl8pPr algn="l">
              <a:defRPr sz="900" b="1">
                <a:solidFill>
                  <a:srgbClr val="44724E"/>
                </a:solidFill>
                <a:latin typeface="Arial"/>
                <a:ea typeface="Arial"/>
                <a:cs typeface="Arial"/>
              </a:defRPr>
            </a:lvl8pPr>
            <a:lvl9pPr algn="l">
              <a:defRPr sz="900" b="1">
                <a:solidFill>
                  <a:srgbClr val="44724E"/>
                </a:solidFill>
                <a:latin typeface="Arial"/>
                <a:ea typeface="Arial"/>
                <a:cs typeface="Arial"/>
              </a:defRPr>
            </a:lvl9pPr>
          </a:lstStyle>
          <a:p xmlns:a="http://schemas.openxmlformats.org/drawingml/2006/main">
            <a:pPr algn="l">
              <a:defRPr sz="900" b="1">
                <a:solidFill>
                  <a:srgbClr val="44724E"/>
                </a:solidFill>
                <a:latin typeface="Arial"/>
                <a:ea typeface="Arial"/>
                <a:cs typeface="Arial"/>
              </a:defRPr>
            </a:pPr>
            <a:r>
              <a:rPr sz="900" b="1">
                <a:solidFill>
                  <a:srgbClr val="44724E"/>
                </a:solidFill>
                <a:latin typeface="Arial"/>
                <a:ea typeface="Arial"/>
                <a:cs typeface="Arial"/>
              </a:rPr>
              <a:t>OPEN AGENT MAIZE   /   04</a:t>
            </a:r>
          </a:p>
        </p:txBody>
      </p:sp>
      <p:sp>
        <p:nvSpPr>
          <p:cNvPr id="2" name="slide-4-title">
            <a:extLst xmlns:a="http://schemas.openxmlformats.org/drawingml/2006/main">
              <a:ext uri="{FF2B5EF4-FFF2-40B4-BE49-F238E27FC236}">
                <a16:creationId xmlns:a16="http://schemas.microsoft.com/office/drawing/2014/main" id="{402FA20A-1A07-4379-A417-4D527963656B}"/>
              </a:ext>
            </a:extLst>
          </p:cNvPr>
          <p:cNvSpPr>
            <a:spLocks xmlns:a="http://schemas.openxmlformats.org/drawingml/2006/main" noGrp="1"/>
          </p:cNvSpPr>
          <p:nvPr/>
        </p:nvSpPr>
        <p:spPr>
          <a:xfrm xmlns:a="http://schemas.openxmlformats.org/drawingml/2006/main">
            <a:off x="742950" y="790575"/>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75" b="0">
                <a:solidFill>
                  <a:srgbClr val="183525"/>
                </a:solidFill>
                <a:latin typeface="Georgia"/>
                <a:ea typeface="Georgia"/>
                <a:cs typeface="Georgia"/>
              </a:defRPr>
            </a:defPPr>
            <a:lvl1pPr algn="l">
              <a:defRPr sz="3675" b="0">
                <a:solidFill>
                  <a:srgbClr val="183525"/>
                </a:solidFill>
                <a:latin typeface="Georgia"/>
                <a:ea typeface="Georgia"/>
                <a:cs typeface="Georgia"/>
              </a:defRPr>
            </a:lvl1pPr>
            <a:lvl2pPr algn="l">
              <a:defRPr sz="3675" b="0">
                <a:solidFill>
                  <a:srgbClr val="183525"/>
                </a:solidFill>
                <a:latin typeface="Georgia"/>
                <a:ea typeface="Georgia"/>
                <a:cs typeface="Georgia"/>
              </a:defRPr>
            </a:lvl2pPr>
            <a:lvl3pPr algn="l">
              <a:defRPr sz="3675" b="0">
                <a:solidFill>
                  <a:srgbClr val="183525"/>
                </a:solidFill>
                <a:latin typeface="Georgia"/>
                <a:ea typeface="Georgia"/>
                <a:cs typeface="Georgia"/>
              </a:defRPr>
            </a:lvl3pPr>
            <a:lvl4pPr algn="l">
              <a:defRPr sz="3675" b="0">
                <a:solidFill>
                  <a:srgbClr val="183525"/>
                </a:solidFill>
                <a:latin typeface="Georgia"/>
                <a:ea typeface="Georgia"/>
                <a:cs typeface="Georgia"/>
              </a:defRPr>
            </a:lvl4pPr>
            <a:lvl5pPr algn="l">
              <a:defRPr sz="3675" b="0">
                <a:solidFill>
                  <a:srgbClr val="183525"/>
                </a:solidFill>
                <a:latin typeface="Georgia"/>
                <a:ea typeface="Georgia"/>
                <a:cs typeface="Georgia"/>
              </a:defRPr>
            </a:lvl5pPr>
            <a:lvl6pPr algn="l">
              <a:defRPr sz="3675" b="0">
                <a:solidFill>
                  <a:srgbClr val="183525"/>
                </a:solidFill>
                <a:latin typeface="Georgia"/>
                <a:ea typeface="Georgia"/>
                <a:cs typeface="Georgia"/>
              </a:defRPr>
            </a:lvl6pPr>
            <a:lvl7pPr algn="l">
              <a:defRPr sz="3675" b="0">
                <a:solidFill>
                  <a:srgbClr val="183525"/>
                </a:solidFill>
                <a:latin typeface="Georgia"/>
                <a:ea typeface="Georgia"/>
                <a:cs typeface="Georgia"/>
              </a:defRPr>
            </a:lvl7pPr>
            <a:lvl8pPr algn="l">
              <a:defRPr sz="3675" b="0">
                <a:solidFill>
                  <a:srgbClr val="183525"/>
                </a:solidFill>
                <a:latin typeface="Georgia"/>
                <a:ea typeface="Georgia"/>
                <a:cs typeface="Georgia"/>
              </a:defRPr>
            </a:lvl8pPr>
            <a:lvl9pPr algn="l">
              <a:defRPr sz="3675" b="0">
                <a:solidFill>
                  <a:srgbClr val="183525"/>
                </a:solidFill>
                <a:latin typeface="Georgia"/>
                <a:ea typeface="Georgia"/>
                <a:cs typeface="Georgia"/>
              </a:defRPr>
            </a:lvl9pPr>
          </a:lstStyle>
          <a:p xmlns:a="http://schemas.openxmlformats.org/drawingml/2006/main">
            <a:pPr algn="l">
              <a:defRPr sz="3675" b="0">
                <a:solidFill>
                  <a:srgbClr val="183525"/>
                </a:solidFill>
                <a:latin typeface="Georgia"/>
                <a:ea typeface="Georgia"/>
                <a:cs typeface="Georgia"/>
              </a:defRPr>
            </a:pPr>
            <a:r>
              <a:rPr sz="3675" b="0">
                <a:solidFill>
                  <a:srgbClr val="183525"/>
                </a:solidFill>
                <a:latin typeface="Georgia"/>
                <a:ea typeface="Georgia"/>
                <a:cs typeface="Georgia"/>
              </a:rPr>
              <a:t>The system can say ‘not enough evidence’</a:t>
            </a:r>
          </a:p>
        </p:txBody>
      </p:sp>
      <p:sp>
        <p:nvSpPr>
          <p:cNvPr id="3" name="slide-4-subtitle">
            <a:extLst xmlns:a="http://schemas.openxmlformats.org/drawingml/2006/main">
              <a:ext uri="{FF2B5EF4-FFF2-40B4-BE49-F238E27FC236}">
                <a16:creationId xmlns:a16="http://schemas.microsoft.com/office/drawing/2014/main" id="{B0CCC839-0C3A-44FA-82F4-FE5E8B8C963A}"/>
              </a:ext>
            </a:extLst>
          </p:cNvPr>
          <p:cNvSpPr>
            <a:spLocks xmlns:a="http://schemas.openxmlformats.org/drawingml/2006/main" noGrp="1"/>
          </p:cNvSpPr>
          <p:nvPr/>
        </p:nvSpPr>
        <p:spPr>
          <a:xfrm xmlns:a="http://schemas.openxmlformats.org/drawingml/2006/main">
            <a:off x="762000" y="15049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9766B"/>
                </a:solidFill>
                <a:latin typeface="Arial"/>
                <a:ea typeface="Arial"/>
                <a:cs typeface="Arial"/>
              </a:defRPr>
            </a:defPPr>
            <a:lvl1pPr algn="l">
              <a:defRPr sz="1500" b="0">
                <a:solidFill>
                  <a:srgbClr val="69766B"/>
                </a:solidFill>
                <a:latin typeface="Arial"/>
                <a:ea typeface="Arial"/>
                <a:cs typeface="Arial"/>
              </a:defRPr>
            </a:lvl1pPr>
            <a:lvl2pPr algn="l">
              <a:defRPr sz="1500" b="0">
                <a:solidFill>
                  <a:srgbClr val="69766B"/>
                </a:solidFill>
                <a:latin typeface="Arial"/>
                <a:ea typeface="Arial"/>
                <a:cs typeface="Arial"/>
              </a:defRPr>
            </a:lvl2pPr>
            <a:lvl3pPr algn="l">
              <a:defRPr sz="1500" b="0">
                <a:solidFill>
                  <a:srgbClr val="69766B"/>
                </a:solidFill>
                <a:latin typeface="Arial"/>
                <a:ea typeface="Arial"/>
                <a:cs typeface="Arial"/>
              </a:defRPr>
            </a:lvl3pPr>
            <a:lvl4pPr algn="l">
              <a:defRPr sz="1500" b="0">
                <a:solidFill>
                  <a:srgbClr val="69766B"/>
                </a:solidFill>
                <a:latin typeface="Arial"/>
                <a:ea typeface="Arial"/>
                <a:cs typeface="Arial"/>
              </a:defRPr>
            </a:lvl4pPr>
            <a:lvl5pPr algn="l">
              <a:defRPr sz="1500" b="0">
                <a:solidFill>
                  <a:srgbClr val="69766B"/>
                </a:solidFill>
                <a:latin typeface="Arial"/>
                <a:ea typeface="Arial"/>
                <a:cs typeface="Arial"/>
              </a:defRPr>
            </a:lvl5pPr>
            <a:lvl6pPr algn="l">
              <a:defRPr sz="1500" b="0">
                <a:solidFill>
                  <a:srgbClr val="69766B"/>
                </a:solidFill>
                <a:latin typeface="Arial"/>
                <a:ea typeface="Arial"/>
                <a:cs typeface="Arial"/>
              </a:defRPr>
            </a:lvl6pPr>
            <a:lvl7pPr algn="l">
              <a:defRPr sz="1500" b="0">
                <a:solidFill>
                  <a:srgbClr val="69766B"/>
                </a:solidFill>
                <a:latin typeface="Arial"/>
                <a:ea typeface="Arial"/>
                <a:cs typeface="Arial"/>
              </a:defRPr>
            </a:lvl7pPr>
            <a:lvl8pPr algn="l">
              <a:defRPr sz="1500" b="0">
                <a:solidFill>
                  <a:srgbClr val="69766B"/>
                </a:solidFill>
                <a:latin typeface="Arial"/>
                <a:ea typeface="Arial"/>
                <a:cs typeface="Arial"/>
              </a:defRPr>
            </a:lvl8pPr>
            <a:lvl9pPr algn="l">
              <a:defRPr sz="1500" b="0">
                <a:solidFill>
                  <a:srgbClr val="69766B"/>
                </a:solidFill>
                <a:latin typeface="Arial"/>
                <a:ea typeface="Arial"/>
                <a:cs typeface="Arial"/>
              </a:defRPr>
            </a:lvl9pPr>
          </a:lstStyle>
          <a:p xmlns:a="http://schemas.openxmlformats.org/drawingml/2006/main">
            <a:pPr algn="l">
              <a:defRPr sz="1500" b="0">
                <a:solidFill>
                  <a:srgbClr val="69766B"/>
                </a:solidFill>
                <a:latin typeface="Arial"/>
                <a:ea typeface="Arial"/>
                <a:cs typeface="Arial"/>
              </a:defRPr>
            </a:pPr>
            <a:r>
              <a:rPr sz="1500" b="0">
                <a:solidFill>
                  <a:srgbClr val="69766B"/>
                </a:solidFill>
                <a:latin typeface="Arial"/>
                <a:ea typeface="Arial"/>
                <a:cs typeface="Arial"/>
              </a:rPr>
              <a:t>Freshness and coverage are part of the decision, not footnotes.</a:t>
            </a:r>
          </a:p>
        </p:txBody>
      </p:sp>
      <p:sp>
        <p:nvSpPr>
          <p:cNvPr id="4" name="slide-4-header-rule">
            <a:extLst xmlns:a="http://schemas.openxmlformats.org/drawingml/2006/main">
              <a:ext uri="{FF2B5EF4-FFF2-40B4-BE49-F238E27FC236}">
                <a16:creationId xmlns:a16="http://schemas.microsoft.com/office/drawing/2014/main" id="{132538CD-5242-48A9-8A6C-DF4F9ACD7AF4}"/>
              </a:ext>
            </a:extLst>
          </p:cNvPr>
          <p:cNvSpPr>
            <a:spLocks xmlns:a="http://schemas.openxmlformats.org/drawingml/2006/main" noGrp="1"/>
          </p:cNvSpPr>
          <p:nvPr/>
        </p:nvSpPr>
        <p:spPr>
          <a:xfrm xmlns:a="http://schemas.openxmlformats.org/drawingml/2006/main">
            <a:off x="742950" y="2009775"/>
            <a:ext cx="107061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5" name="guardrail-1-index">
            <a:extLst xmlns:a="http://schemas.openxmlformats.org/drawingml/2006/main">
              <a:ext uri="{FF2B5EF4-FFF2-40B4-BE49-F238E27FC236}">
                <a16:creationId xmlns:a16="http://schemas.microsoft.com/office/drawing/2014/main" id="{C4E00114-5F4C-4624-A3B7-7D1B53097D6F}"/>
              </a:ext>
            </a:extLst>
          </p:cNvPr>
          <p:cNvSpPr>
            <a:spLocks xmlns:a="http://schemas.openxmlformats.org/drawingml/2006/main" noGrp="1"/>
          </p:cNvSpPr>
          <p:nvPr/>
        </p:nvSpPr>
        <p:spPr>
          <a:xfrm xmlns:a="http://schemas.openxmlformats.org/drawingml/2006/main">
            <a:off x="781050" y="2505075"/>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C78A38"/>
                </a:solidFill>
                <a:latin typeface="Arial"/>
                <a:ea typeface="Arial"/>
                <a:cs typeface="Arial"/>
              </a:defRPr>
            </a:defPPr>
            <a:lvl1pPr algn="l">
              <a:defRPr sz="1125" b="1">
                <a:solidFill>
                  <a:srgbClr val="C78A38"/>
                </a:solidFill>
                <a:latin typeface="Arial"/>
                <a:ea typeface="Arial"/>
                <a:cs typeface="Arial"/>
              </a:defRPr>
            </a:lvl1pPr>
            <a:lvl2pPr algn="l">
              <a:defRPr sz="1125" b="1">
                <a:solidFill>
                  <a:srgbClr val="C78A38"/>
                </a:solidFill>
                <a:latin typeface="Arial"/>
                <a:ea typeface="Arial"/>
                <a:cs typeface="Arial"/>
              </a:defRPr>
            </a:lvl2pPr>
            <a:lvl3pPr algn="l">
              <a:defRPr sz="1125" b="1">
                <a:solidFill>
                  <a:srgbClr val="C78A38"/>
                </a:solidFill>
                <a:latin typeface="Arial"/>
                <a:ea typeface="Arial"/>
                <a:cs typeface="Arial"/>
              </a:defRPr>
            </a:lvl3pPr>
            <a:lvl4pPr algn="l">
              <a:defRPr sz="1125" b="1">
                <a:solidFill>
                  <a:srgbClr val="C78A38"/>
                </a:solidFill>
                <a:latin typeface="Arial"/>
                <a:ea typeface="Arial"/>
                <a:cs typeface="Arial"/>
              </a:defRPr>
            </a:lvl4pPr>
            <a:lvl5pPr algn="l">
              <a:defRPr sz="1125" b="1">
                <a:solidFill>
                  <a:srgbClr val="C78A38"/>
                </a:solidFill>
                <a:latin typeface="Arial"/>
                <a:ea typeface="Arial"/>
                <a:cs typeface="Arial"/>
              </a:defRPr>
            </a:lvl5pPr>
            <a:lvl6pPr algn="l">
              <a:defRPr sz="1125" b="1">
                <a:solidFill>
                  <a:srgbClr val="C78A38"/>
                </a:solidFill>
                <a:latin typeface="Arial"/>
                <a:ea typeface="Arial"/>
                <a:cs typeface="Arial"/>
              </a:defRPr>
            </a:lvl6pPr>
            <a:lvl7pPr algn="l">
              <a:defRPr sz="1125" b="1">
                <a:solidFill>
                  <a:srgbClr val="C78A38"/>
                </a:solidFill>
                <a:latin typeface="Arial"/>
                <a:ea typeface="Arial"/>
                <a:cs typeface="Arial"/>
              </a:defRPr>
            </a:lvl7pPr>
            <a:lvl8pPr algn="l">
              <a:defRPr sz="1125" b="1">
                <a:solidFill>
                  <a:srgbClr val="C78A38"/>
                </a:solidFill>
                <a:latin typeface="Arial"/>
                <a:ea typeface="Arial"/>
                <a:cs typeface="Arial"/>
              </a:defRPr>
            </a:lvl8pPr>
            <a:lvl9pPr algn="l">
              <a:defRPr sz="1125" b="1">
                <a:solidFill>
                  <a:srgbClr val="C78A38"/>
                </a:solidFill>
                <a:latin typeface="Arial"/>
                <a:ea typeface="Arial"/>
                <a:cs typeface="Arial"/>
              </a:defRPr>
            </a:lvl9pPr>
          </a:lstStyle>
          <a:p xmlns:a="http://schemas.openxmlformats.org/drawingml/2006/main">
            <a:pPr algn="l">
              <a:defRPr sz="1125" b="1">
                <a:solidFill>
                  <a:srgbClr val="C78A38"/>
                </a:solidFill>
                <a:latin typeface="Arial"/>
                <a:ea typeface="Arial"/>
                <a:cs typeface="Arial"/>
              </a:defRPr>
            </a:pPr>
            <a:r>
              <a:rPr sz="1125" b="1">
                <a:solidFill>
                  <a:srgbClr val="C78A38"/>
                </a:solidFill>
                <a:latin typeface="Arial"/>
                <a:ea typeface="Arial"/>
                <a:cs typeface="Arial"/>
              </a:rPr>
              <a:t>A</a:t>
            </a:r>
          </a:p>
        </p:txBody>
      </p:sp>
      <p:sp>
        <p:nvSpPr>
          <p:cNvPr id="6" name="guardrail-1-title">
            <a:extLst xmlns:a="http://schemas.openxmlformats.org/drawingml/2006/main">
              <a:ext uri="{FF2B5EF4-FFF2-40B4-BE49-F238E27FC236}">
                <a16:creationId xmlns:a16="http://schemas.microsoft.com/office/drawing/2014/main" id="{80FB30A2-81A3-4169-B181-9274EC59EFB3}"/>
              </a:ext>
            </a:extLst>
          </p:cNvPr>
          <p:cNvSpPr>
            <a:spLocks xmlns:a="http://schemas.openxmlformats.org/drawingml/2006/main" noGrp="1"/>
          </p:cNvSpPr>
          <p:nvPr/>
        </p:nvSpPr>
        <p:spPr>
          <a:xfrm xmlns:a="http://schemas.openxmlformats.org/drawingml/2006/main">
            <a:off x="1228725" y="24860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274A34"/>
                </a:solidFill>
                <a:latin typeface="Arial"/>
                <a:ea typeface="Arial"/>
                <a:cs typeface="Arial"/>
              </a:defRPr>
            </a:defPPr>
            <a:lvl1pPr algn="l">
              <a:defRPr sz="1500" b="1">
                <a:solidFill>
                  <a:srgbClr val="274A34"/>
                </a:solidFill>
                <a:latin typeface="Arial"/>
                <a:ea typeface="Arial"/>
                <a:cs typeface="Arial"/>
              </a:defRPr>
            </a:lvl1pPr>
            <a:lvl2pPr algn="l">
              <a:defRPr sz="1500" b="1">
                <a:solidFill>
                  <a:srgbClr val="274A34"/>
                </a:solidFill>
                <a:latin typeface="Arial"/>
                <a:ea typeface="Arial"/>
                <a:cs typeface="Arial"/>
              </a:defRPr>
            </a:lvl2pPr>
            <a:lvl3pPr algn="l">
              <a:defRPr sz="1500" b="1">
                <a:solidFill>
                  <a:srgbClr val="274A34"/>
                </a:solidFill>
                <a:latin typeface="Arial"/>
                <a:ea typeface="Arial"/>
                <a:cs typeface="Arial"/>
              </a:defRPr>
            </a:lvl3pPr>
            <a:lvl4pPr algn="l">
              <a:defRPr sz="1500" b="1">
                <a:solidFill>
                  <a:srgbClr val="274A34"/>
                </a:solidFill>
                <a:latin typeface="Arial"/>
                <a:ea typeface="Arial"/>
                <a:cs typeface="Arial"/>
              </a:defRPr>
            </a:lvl4pPr>
            <a:lvl5pPr algn="l">
              <a:defRPr sz="1500" b="1">
                <a:solidFill>
                  <a:srgbClr val="274A34"/>
                </a:solidFill>
                <a:latin typeface="Arial"/>
                <a:ea typeface="Arial"/>
                <a:cs typeface="Arial"/>
              </a:defRPr>
            </a:lvl5pPr>
            <a:lvl6pPr algn="l">
              <a:defRPr sz="1500" b="1">
                <a:solidFill>
                  <a:srgbClr val="274A34"/>
                </a:solidFill>
                <a:latin typeface="Arial"/>
                <a:ea typeface="Arial"/>
                <a:cs typeface="Arial"/>
              </a:defRPr>
            </a:lvl6pPr>
            <a:lvl7pPr algn="l">
              <a:defRPr sz="1500" b="1">
                <a:solidFill>
                  <a:srgbClr val="274A34"/>
                </a:solidFill>
                <a:latin typeface="Arial"/>
                <a:ea typeface="Arial"/>
                <a:cs typeface="Arial"/>
              </a:defRPr>
            </a:lvl7pPr>
            <a:lvl8pPr algn="l">
              <a:defRPr sz="1500" b="1">
                <a:solidFill>
                  <a:srgbClr val="274A34"/>
                </a:solidFill>
                <a:latin typeface="Arial"/>
                <a:ea typeface="Arial"/>
                <a:cs typeface="Arial"/>
              </a:defRPr>
            </a:lvl8pPr>
            <a:lvl9pPr algn="l">
              <a:defRPr sz="1500" b="1">
                <a:solidFill>
                  <a:srgbClr val="274A34"/>
                </a:solidFill>
                <a:latin typeface="Arial"/>
                <a:ea typeface="Arial"/>
                <a:cs typeface="Arial"/>
              </a:defRPr>
            </a:lvl9pPr>
          </a:lstStyle>
          <a:p xmlns:a="http://schemas.openxmlformats.org/drawingml/2006/main">
            <a:pPr algn="l">
              <a:defRPr sz="1500" b="1">
                <a:solidFill>
                  <a:srgbClr val="274A34"/>
                </a:solidFill>
                <a:latin typeface="Arial"/>
                <a:ea typeface="Arial"/>
                <a:cs typeface="Arial"/>
              </a:defRPr>
            </a:pPr>
            <a:r>
              <a:rPr sz="1500" b="1">
                <a:solidFill>
                  <a:srgbClr val="274A34"/>
                </a:solidFill>
                <a:latin typeface="Arial"/>
                <a:ea typeface="Arial"/>
                <a:cs typeface="Arial"/>
              </a:rPr>
              <a:t>Freshness gate</a:t>
            </a:r>
          </a:p>
        </p:txBody>
      </p:sp>
      <p:sp>
        <p:nvSpPr>
          <p:cNvPr id="7" name="guardrail-1-body">
            <a:extLst xmlns:a="http://schemas.openxmlformats.org/drawingml/2006/main">
              <a:ext uri="{FF2B5EF4-FFF2-40B4-BE49-F238E27FC236}">
                <a16:creationId xmlns:a16="http://schemas.microsoft.com/office/drawing/2014/main" id="{5D60B5A5-9B6B-4F12-B086-4625DFD247FB}"/>
              </a:ext>
            </a:extLst>
          </p:cNvPr>
          <p:cNvSpPr>
            <a:spLocks xmlns:a="http://schemas.openxmlformats.org/drawingml/2006/main" noGrp="1"/>
          </p:cNvSpPr>
          <p:nvPr/>
        </p:nvSpPr>
        <p:spPr>
          <a:xfrm xmlns:a="http://schemas.openxmlformats.org/drawingml/2006/main">
            <a:off x="1228725" y="2838450"/>
            <a:ext cx="452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9766B"/>
                </a:solidFill>
                <a:latin typeface="Arial"/>
                <a:ea typeface="Arial"/>
                <a:cs typeface="Arial"/>
              </a:defRPr>
            </a:defPPr>
            <a:lvl1pPr algn="l">
              <a:defRPr sz="1200" b="0">
                <a:solidFill>
                  <a:srgbClr val="69766B"/>
                </a:solidFill>
                <a:latin typeface="Arial"/>
                <a:ea typeface="Arial"/>
                <a:cs typeface="Arial"/>
              </a:defRPr>
            </a:lvl1pPr>
            <a:lvl2pPr algn="l">
              <a:defRPr sz="1200" b="0">
                <a:solidFill>
                  <a:srgbClr val="69766B"/>
                </a:solidFill>
                <a:latin typeface="Arial"/>
                <a:ea typeface="Arial"/>
                <a:cs typeface="Arial"/>
              </a:defRPr>
            </a:lvl2pPr>
            <a:lvl3pPr algn="l">
              <a:defRPr sz="1200" b="0">
                <a:solidFill>
                  <a:srgbClr val="69766B"/>
                </a:solidFill>
                <a:latin typeface="Arial"/>
                <a:ea typeface="Arial"/>
                <a:cs typeface="Arial"/>
              </a:defRPr>
            </a:lvl3pPr>
            <a:lvl4pPr algn="l">
              <a:defRPr sz="1200" b="0">
                <a:solidFill>
                  <a:srgbClr val="69766B"/>
                </a:solidFill>
                <a:latin typeface="Arial"/>
                <a:ea typeface="Arial"/>
                <a:cs typeface="Arial"/>
              </a:defRPr>
            </a:lvl4pPr>
            <a:lvl5pPr algn="l">
              <a:defRPr sz="1200" b="0">
                <a:solidFill>
                  <a:srgbClr val="69766B"/>
                </a:solidFill>
                <a:latin typeface="Arial"/>
                <a:ea typeface="Arial"/>
                <a:cs typeface="Arial"/>
              </a:defRPr>
            </a:lvl5pPr>
            <a:lvl6pPr algn="l">
              <a:defRPr sz="1200" b="0">
                <a:solidFill>
                  <a:srgbClr val="69766B"/>
                </a:solidFill>
                <a:latin typeface="Arial"/>
                <a:ea typeface="Arial"/>
                <a:cs typeface="Arial"/>
              </a:defRPr>
            </a:lvl6pPr>
            <a:lvl7pPr algn="l">
              <a:defRPr sz="1200" b="0">
                <a:solidFill>
                  <a:srgbClr val="69766B"/>
                </a:solidFill>
                <a:latin typeface="Arial"/>
                <a:ea typeface="Arial"/>
                <a:cs typeface="Arial"/>
              </a:defRPr>
            </a:lvl7pPr>
            <a:lvl8pPr algn="l">
              <a:defRPr sz="1200" b="0">
                <a:solidFill>
                  <a:srgbClr val="69766B"/>
                </a:solidFill>
                <a:latin typeface="Arial"/>
                <a:ea typeface="Arial"/>
                <a:cs typeface="Arial"/>
              </a:defRPr>
            </a:lvl8pPr>
            <a:lvl9pPr algn="l">
              <a:defRPr sz="1200" b="0">
                <a:solidFill>
                  <a:srgbClr val="69766B"/>
                </a:solidFill>
                <a:latin typeface="Arial"/>
                <a:ea typeface="Arial"/>
                <a:cs typeface="Arial"/>
              </a:defRPr>
            </a:lvl9pPr>
          </a:lstStyle>
          <a:p xmlns:a="http://schemas.openxmlformats.org/drawingml/2006/main">
            <a:pPr algn="l">
              <a:defRPr sz="1200" b="0">
                <a:solidFill>
                  <a:srgbClr val="69766B"/>
                </a:solidFill>
                <a:latin typeface="Arial"/>
                <a:ea typeface="Arial"/>
                <a:cs typeface="Arial"/>
              </a:defRPr>
            </a:pPr>
            <a:r>
              <a:rPr sz="1200" b="0">
                <a:solidFill>
                  <a:srgbClr val="69766B"/>
                </a:solidFill>
                <a:latin typeface="Arial"/>
                <a:ea typeface="Arial"/>
                <a:cs typeface="Arial"/>
              </a:rPr>
              <a:t>Price and forecast claims older than the configured 3-day limit are rejected and sent for refresh.</a:t>
            </a:r>
          </a:p>
        </p:txBody>
      </p:sp>
      <p:sp>
        <p:nvSpPr>
          <p:cNvPr id="8" name="guardrail-1-rule">
            <a:extLst xmlns:a="http://schemas.openxmlformats.org/drawingml/2006/main">
              <a:ext uri="{FF2B5EF4-FFF2-40B4-BE49-F238E27FC236}">
                <a16:creationId xmlns:a16="http://schemas.microsoft.com/office/drawing/2014/main" id="{A773851A-B3BB-4425-89E3-8D9E3C411DB8}"/>
              </a:ext>
            </a:extLst>
          </p:cNvPr>
          <p:cNvSpPr>
            <a:spLocks xmlns:a="http://schemas.openxmlformats.org/drawingml/2006/main" noGrp="1"/>
          </p:cNvSpPr>
          <p:nvPr/>
        </p:nvSpPr>
        <p:spPr>
          <a:xfrm xmlns:a="http://schemas.openxmlformats.org/drawingml/2006/main">
            <a:off x="781050" y="3419475"/>
            <a:ext cx="49530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9" name="guardrail-2-index">
            <a:extLst xmlns:a="http://schemas.openxmlformats.org/drawingml/2006/main">
              <a:ext uri="{FF2B5EF4-FFF2-40B4-BE49-F238E27FC236}">
                <a16:creationId xmlns:a16="http://schemas.microsoft.com/office/drawing/2014/main" id="{11C10F20-AE98-49E5-AB45-19924AC4381D}"/>
              </a:ext>
            </a:extLst>
          </p:cNvPr>
          <p:cNvSpPr>
            <a:spLocks xmlns:a="http://schemas.openxmlformats.org/drawingml/2006/main" noGrp="1"/>
          </p:cNvSpPr>
          <p:nvPr/>
        </p:nvSpPr>
        <p:spPr>
          <a:xfrm xmlns:a="http://schemas.openxmlformats.org/drawingml/2006/main">
            <a:off x="781050" y="35242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C78A38"/>
                </a:solidFill>
                <a:latin typeface="Arial"/>
                <a:ea typeface="Arial"/>
                <a:cs typeface="Arial"/>
              </a:defRPr>
            </a:defPPr>
            <a:lvl1pPr algn="l">
              <a:defRPr sz="1125" b="1">
                <a:solidFill>
                  <a:srgbClr val="C78A38"/>
                </a:solidFill>
                <a:latin typeface="Arial"/>
                <a:ea typeface="Arial"/>
                <a:cs typeface="Arial"/>
              </a:defRPr>
            </a:lvl1pPr>
            <a:lvl2pPr algn="l">
              <a:defRPr sz="1125" b="1">
                <a:solidFill>
                  <a:srgbClr val="C78A38"/>
                </a:solidFill>
                <a:latin typeface="Arial"/>
                <a:ea typeface="Arial"/>
                <a:cs typeface="Arial"/>
              </a:defRPr>
            </a:lvl2pPr>
            <a:lvl3pPr algn="l">
              <a:defRPr sz="1125" b="1">
                <a:solidFill>
                  <a:srgbClr val="C78A38"/>
                </a:solidFill>
                <a:latin typeface="Arial"/>
                <a:ea typeface="Arial"/>
                <a:cs typeface="Arial"/>
              </a:defRPr>
            </a:lvl3pPr>
            <a:lvl4pPr algn="l">
              <a:defRPr sz="1125" b="1">
                <a:solidFill>
                  <a:srgbClr val="C78A38"/>
                </a:solidFill>
                <a:latin typeface="Arial"/>
                <a:ea typeface="Arial"/>
                <a:cs typeface="Arial"/>
              </a:defRPr>
            </a:lvl4pPr>
            <a:lvl5pPr algn="l">
              <a:defRPr sz="1125" b="1">
                <a:solidFill>
                  <a:srgbClr val="C78A38"/>
                </a:solidFill>
                <a:latin typeface="Arial"/>
                <a:ea typeface="Arial"/>
                <a:cs typeface="Arial"/>
              </a:defRPr>
            </a:lvl5pPr>
            <a:lvl6pPr algn="l">
              <a:defRPr sz="1125" b="1">
                <a:solidFill>
                  <a:srgbClr val="C78A38"/>
                </a:solidFill>
                <a:latin typeface="Arial"/>
                <a:ea typeface="Arial"/>
                <a:cs typeface="Arial"/>
              </a:defRPr>
            </a:lvl6pPr>
            <a:lvl7pPr algn="l">
              <a:defRPr sz="1125" b="1">
                <a:solidFill>
                  <a:srgbClr val="C78A38"/>
                </a:solidFill>
                <a:latin typeface="Arial"/>
                <a:ea typeface="Arial"/>
                <a:cs typeface="Arial"/>
              </a:defRPr>
            </a:lvl7pPr>
            <a:lvl8pPr algn="l">
              <a:defRPr sz="1125" b="1">
                <a:solidFill>
                  <a:srgbClr val="C78A38"/>
                </a:solidFill>
                <a:latin typeface="Arial"/>
                <a:ea typeface="Arial"/>
                <a:cs typeface="Arial"/>
              </a:defRPr>
            </a:lvl8pPr>
            <a:lvl9pPr algn="l">
              <a:defRPr sz="1125" b="1">
                <a:solidFill>
                  <a:srgbClr val="C78A38"/>
                </a:solidFill>
                <a:latin typeface="Arial"/>
                <a:ea typeface="Arial"/>
                <a:cs typeface="Arial"/>
              </a:defRPr>
            </a:lvl9pPr>
          </a:lstStyle>
          <a:p xmlns:a="http://schemas.openxmlformats.org/drawingml/2006/main">
            <a:pPr algn="l">
              <a:defRPr sz="1125" b="1">
                <a:solidFill>
                  <a:srgbClr val="C78A38"/>
                </a:solidFill>
                <a:latin typeface="Arial"/>
                <a:ea typeface="Arial"/>
                <a:cs typeface="Arial"/>
              </a:defRPr>
            </a:pPr>
            <a:r>
              <a:rPr sz="1125" b="1">
                <a:solidFill>
                  <a:srgbClr val="C78A38"/>
                </a:solidFill>
                <a:latin typeface="Arial"/>
                <a:ea typeface="Arial"/>
                <a:cs typeface="Arial"/>
              </a:rPr>
              <a:t>B</a:t>
            </a:r>
          </a:p>
        </p:txBody>
      </p:sp>
      <p:sp>
        <p:nvSpPr>
          <p:cNvPr id="10" name="guardrail-2-title">
            <a:extLst xmlns:a="http://schemas.openxmlformats.org/drawingml/2006/main">
              <a:ext uri="{FF2B5EF4-FFF2-40B4-BE49-F238E27FC236}">
                <a16:creationId xmlns:a16="http://schemas.microsoft.com/office/drawing/2014/main" id="{F3007E8F-9B57-49B0-8733-43F8B701D549}"/>
              </a:ext>
            </a:extLst>
          </p:cNvPr>
          <p:cNvSpPr>
            <a:spLocks xmlns:a="http://schemas.openxmlformats.org/drawingml/2006/main" noGrp="1"/>
          </p:cNvSpPr>
          <p:nvPr/>
        </p:nvSpPr>
        <p:spPr>
          <a:xfrm xmlns:a="http://schemas.openxmlformats.org/drawingml/2006/main">
            <a:off x="1228725" y="35052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274A34"/>
                </a:solidFill>
                <a:latin typeface="Arial"/>
                <a:ea typeface="Arial"/>
                <a:cs typeface="Arial"/>
              </a:defRPr>
            </a:defPPr>
            <a:lvl1pPr algn="l">
              <a:defRPr sz="1500" b="1">
                <a:solidFill>
                  <a:srgbClr val="274A34"/>
                </a:solidFill>
                <a:latin typeface="Arial"/>
                <a:ea typeface="Arial"/>
                <a:cs typeface="Arial"/>
              </a:defRPr>
            </a:lvl1pPr>
            <a:lvl2pPr algn="l">
              <a:defRPr sz="1500" b="1">
                <a:solidFill>
                  <a:srgbClr val="274A34"/>
                </a:solidFill>
                <a:latin typeface="Arial"/>
                <a:ea typeface="Arial"/>
                <a:cs typeface="Arial"/>
              </a:defRPr>
            </a:lvl2pPr>
            <a:lvl3pPr algn="l">
              <a:defRPr sz="1500" b="1">
                <a:solidFill>
                  <a:srgbClr val="274A34"/>
                </a:solidFill>
                <a:latin typeface="Arial"/>
                <a:ea typeface="Arial"/>
                <a:cs typeface="Arial"/>
              </a:defRPr>
            </a:lvl3pPr>
            <a:lvl4pPr algn="l">
              <a:defRPr sz="1500" b="1">
                <a:solidFill>
                  <a:srgbClr val="274A34"/>
                </a:solidFill>
                <a:latin typeface="Arial"/>
                <a:ea typeface="Arial"/>
                <a:cs typeface="Arial"/>
              </a:defRPr>
            </a:lvl4pPr>
            <a:lvl5pPr algn="l">
              <a:defRPr sz="1500" b="1">
                <a:solidFill>
                  <a:srgbClr val="274A34"/>
                </a:solidFill>
                <a:latin typeface="Arial"/>
                <a:ea typeface="Arial"/>
                <a:cs typeface="Arial"/>
              </a:defRPr>
            </a:lvl5pPr>
            <a:lvl6pPr algn="l">
              <a:defRPr sz="1500" b="1">
                <a:solidFill>
                  <a:srgbClr val="274A34"/>
                </a:solidFill>
                <a:latin typeface="Arial"/>
                <a:ea typeface="Arial"/>
                <a:cs typeface="Arial"/>
              </a:defRPr>
            </a:lvl6pPr>
            <a:lvl7pPr algn="l">
              <a:defRPr sz="1500" b="1">
                <a:solidFill>
                  <a:srgbClr val="274A34"/>
                </a:solidFill>
                <a:latin typeface="Arial"/>
                <a:ea typeface="Arial"/>
                <a:cs typeface="Arial"/>
              </a:defRPr>
            </a:lvl7pPr>
            <a:lvl8pPr algn="l">
              <a:defRPr sz="1500" b="1">
                <a:solidFill>
                  <a:srgbClr val="274A34"/>
                </a:solidFill>
                <a:latin typeface="Arial"/>
                <a:ea typeface="Arial"/>
                <a:cs typeface="Arial"/>
              </a:defRPr>
            </a:lvl8pPr>
            <a:lvl9pPr algn="l">
              <a:defRPr sz="1500" b="1">
                <a:solidFill>
                  <a:srgbClr val="274A34"/>
                </a:solidFill>
                <a:latin typeface="Arial"/>
                <a:ea typeface="Arial"/>
                <a:cs typeface="Arial"/>
              </a:defRPr>
            </a:lvl9pPr>
          </a:lstStyle>
          <a:p xmlns:a="http://schemas.openxmlformats.org/drawingml/2006/main">
            <a:pPr algn="l">
              <a:defRPr sz="1500" b="1">
                <a:solidFill>
                  <a:srgbClr val="274A34"/>
                </a:solidFill>
                <a:latin typeface="Arial"/>
                <a:ea typeface="Arial"/>
                <a:cs typeface="Arial"/>
              </a:defRPr>
            </a:pPr>
            <a:r>
              <a:rPr sz="1500" b="1">
                <a:solidFill>
                  <a:srgbClr val="274A34"/>
                </a:solidFill>
                <a:latin typeface="Arial"/>
                <a:ea typeface="Arial"/>
                <a:cs typeface="Arial"/>
              </a:rPr>
              <a:t>County coverage gate</a:t>
            </a:r>
          </a:p>
        </p:txBody>
      </p:sp>
      <p:sp>
        <p:nvSpPr>
          <p:cNvPr id="11" name="guardrail-2-body">
            <a:extLst xmlns:a="http://schemas.openxmlformats.org/drawingml/2006/main">
              <a:ext uri="{FF2B5EF4-FFF2-40B4-BE49-F238E27FC236}">
                <a16:creationId xmlns:a16="http://schemas.microsoft.com/office/drawing/2014/main" id="{BDD56C25-3FA9-431B-830A-07A603CB0E2E}"/>
              </a:ext>
            </a:extLst>
          </p:cNvPr>
          <p:cNvSpPr>
            <a:spLocks xmlns:a="http://schemas.openxmlformats.org/drawingml/2006/main" noGrp="1"/>
          </p:cNvSpPr>
          <p:nvPr/>
        </p:nvSpPr>
        <p:spPr>
          <a:xfrm xmlns:a="http://schemas.openxmlformats.org/drawingml/2006/main">
            <a:off x="1228725" y="3857625"/>
            <a:ext cx="452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9766B"/>
                </a:solidFill>
                <a:latin typeface="Arial"/>
                <a:ea typeface="Arial"/>
                <a:cs typeface="Arial"/>
              </a:defRPr>
            </a:defPPr>
            <a:lvl1pPr algn="l">
              <a:defRPr sz="1200" b="0">
                <a:solidFill>
                  <a:srgbClr val="69766B"/>
                </a:solidFill>
                <a:latin typeface="Arial"/>
                <a:ea typeface="Arial"/>
                <a:cs typeface="Arial"/>
              </a:defRPr>
            </a:lvl1pPr>
            <a:lvl2pPr algn="l">
              <a:defRPr sz="1200" b="0">
                <a:solidFill>
                  <a:srgbClr val="69766B"/>
                </a:solidFill>
                <a:latin typeface="Arial"/>
                <a:ea typeface="Arial"/>
                <a:cs typeface="Arial"/>
              </a:defRPr>
            </a:lvl2pPr>
            <a:lvl3pPr algn="l">
              <a:defRPr sz="1200" b="0">
                <a:solidFill>
                  <a:srgbClr val="69766B"/>
                </a:solidFill>
                <a:latin typeface="Arial"/>
                <a:ea typeface="Arial"/>
                <a:cs typeface="Arial"/>
              </a:defRPr>
            </a:lvl3pPr>
            <a:lvl4pPr algn="l">
              <a:defRPr sz="1200" b="0">
                <a:solidFill>
                  <a:srgbClr val="69766B"/>
                </a:solidFill>
                <a:latin typeface="Arial"/>
                <a:ea typeface="Arial"/>
                <a:cs typeface="Arial"/>
              </a:defRPr>
            </a:lvl4pPr>
            <a:lvl5pPr algn="l">
              <a:defRPr sz="1200" b="0">
                <a:solidFill>
                  <a:srgbClr val="69766B"/>
                </a:solidFill>
                <a:latin typeface="Arial"/>
                <a:ea typeface="Arial"/>
                <a:cs typeface="Arial"/>
              </a:defRPr>
            </a:lvl5pPr>
            <a:lvl6pPr algn="l">
              <a:defRPr sz="1200" b="0">
                <a:solidFill>
                  <a:srgbClr val="69766B"/>
                </a:solidFill>
                <a:latin typeface="Arial"/>
                <a:ea typeface="Arial"/>
                <a:cs typeface="Arial"/>
              </a:defRPr>
            </a:lvl6pPr>
            <a:lvl7pPr algn="l">
              <a:defRPr sz="1200" b="0">
                <a:solidFill>
                  <a:srgbClr val="69766B"/>
                </a:solidFill>
                <a:latin typeface="Arial"/>
                <a:ea typeface="Arial"/>
                <a:cs typeface="Arial"/>
              </a:defRPr>
            </a:lvl7pPr>
            <a:lvl8pPr algn="l">
              <a:defRPr sz="1200" b="0">
                <a:solidFill>
                  <a:srgbClr val="69766B"/>
                </a:solidFill>
                <a:latin typeface="Arial"/>
                <a:ea typeface="Arial"/>
                <a:cs typeface="Arial"/>
              </a:defRPr>
            </a:lvl8pPr>
            <a:lvl9pPr algn="l">
              <a:defRPr sz="1200" b="0">
                <a:solidFill>
                  <a:srgbClr val="69766B"/>
                </a:solidFill>
                <a:latin typeface="Arial"/>
                <a:ea typeface="Arial"/>
                <a:cs typeface="Arial"/>
              </a:defRPr>
            </a:lvl9pPr>
          </a:lstStyle>
          <a:p xmlns:a="http://schemas.openxmlformats.org/drawingml/2006/main">
            <a:pPr algn="l">
              <a:defRPr sz="1200" b="0">
                <a:solidFill>
                  <a:srgbClr val="69766B"/>
                </a:solidFill>
                <a:latin typeface="Arial"/>
                <a:ea typeface="Arial"/>
                <a:cs typeface="Arial"/>
              </a:defRPr>
            </a:pPr>
            <a:r>
              <a:rPr sz="1200" b="0">
                <a:solidFill>
                  <a:srgbClr val="69766B"/>
                </a:solidFill>
                <a:latin typeface="Arial"/>
                <a:ea typeface="Arial"/>
                <a:cs typeface="Arial"/>
              </a:rPr>
              <a:t>Fewer than 3 fresh white-maize quotes blocks an action and asks which market or offer to use.</a:t>
            </a:r>
          </a:p>
        </p:txBody>
      </p:sp>
      <p:sp>
        <p:nvSpPr>
          <p:cNvPr id="12" name="guardrail-2-rule">
            <a:extLst xmlns:a="http://schemas.openxmlformats.org/drawingml/2006/main">
              <a:ext uri="{FF2B5EF4-FFF2-40B4-BE49-F238E27FC236}">
                <a16:creationId xmlns:a16="http://schemas.microsoft.com/office/drawing/2014/main" id="{3A09FF08-4A6A-435C-AF49-5C6326DEEB1B}"/>
              </a:ext>
            </a:extLst>
          </p:cNvPr>
          <p:cNvSpPr>
            <a:spLocks xmlns:a="http://schemas.openxmlformats.org/drawingml/2006/main" noGrp="1"/>
          </p:cNvSpPr>
          <p:nvPr/>
        </p:nvSpPr>
        <p:spPr>
          <a:xfrm xmlns:a="http://schemas.openxmlformats.org/drawingml/2006/main">
            <a:off x="781050" y="4438650"/>
            <a:ext cx="49530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13" name="guardrail-3-index">
            <a:extLst xmlns:a="http://schemas.openxmlformats.org/drawingml/2006/main">
              <a:ext uri="{FF2B5EF4-FFF2-40B4-BE49-F238E27FC236}">
                <a16:creationId xmlns:a16="http://schemas.microsoft.com/office/drawing/2014/main" id="{9406ECD3-B6D7-44D5-B4F3-7FA6D0B3627C}"/>
              </a:ext>
            </a:extLst>
          </p:cNvPr>
          <p:cNvSpPr>
            <a:spLocks xmlns:a="http://schemas.openxmlformats.org/drawingml/2006/main" noGrp="1"/>
          </p:cNvSpPr>
          <p:nvPr/>
        </p:nvSpPr>
        <p:spPr>
          <a:xfrm xmlns:a="http://schemas.openxmlformats.org/drawingml/2006/main">
            <a:off x="781050" y="4543425"/>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C78A38"/>
                </a:solidFill>
                <a:latin typeface="Arial"/>
                <a:ea typeface="Arial"/>
                <a:cs typeface="Arial"/>
              </a:defRPr>
            </a:defPPr>
            <a:lvl1pPr algn="l">
              <a:defRPr sz="1125" b="1">
                <a:solidFill>
                  <a:srgbClr val="C78A38"/>
                </a:solidFill>
                <a:latin typeface="Arial"/>
                <a:ea typeface="Arial"/>
                <a:cs typeface="Arial"/>
              </a:defRPr>
            </a:lvl1pPr>
            <a:lvl2pPr algn="l">
              <a:defRPr sz="1125" b="1">
                <a:solidFill>
                  <a:srgbClr val="C78A38"/>
                </a:solidFill>
                <a:latin typeface="Arial"/>
                <a:ea typeface="Arial"/>
                <a:cs typeface="Arial"/>
              </a:defRPr>
            </a:lvl2pPr>
            <a:lvl3pPr algn="l">
              <a:defRPr sz="1125" b="1">
                <a:solidFill>
                  <a:srgbClr val="C78A38"/>
                </a:solidFill>
                <a:latin typeface="Arial"/>
                <a:ea typeface="Arial"/>
                <a:cs typeface="Arial"/>
              </a:defRPr>
            </a:lvl3pPr>
            <a:lvl4pPr algn="l">
              <a:defRPr sz="1125" b="1">
                <a:solidFill>
                  <a:srgbClr val="C78A38"/>
                </a:solidFill>
                <a:latin typeface="Arial"/>
                <a:ea typeface="Arial"/>
                <a:cs typeface="Arial"/>
              </a:defRPr>
            </a:lvl4pPr>
            <a:lvl5pPr algn="l">
              <a:defRPr sz="1125" b="1">
                <a:solidFill>
                  <a:srgbClr val="C78A38"/>
                </a:solidFill>
                <a:latin typeface="Arial"/>
                <a:ea typeface="Arial"/>
                <a:cs typeface="Arial"/>
              </a:defRPr>
            </a:lvl5pPr>
            <a:lvl6pPr algn="l">
              <a:defRPr sz="1125" b="1">
                <a:solidFill>
                  <a:srgbClr val="C78A38"/>
                </a:solidFill>
                <a:latin typeface="Arial"/>
                <a:ea typeface="Arial"/>
                <a:cs typeface="Arial"/>
              </a:defRPr>
            </a:lvl6pPr>
            <a:lvl7pPr algn="l">
              <a:defRPr sz="1125" b="1">
                <a:solidFill>
                  <a:srgbClr val="C78A38"/>
                </a:solidFill>
                <a:latin typeface="Arial"/>
                <a:ea typeface="Arial"/>
                <a:cs typeface="Arial"/>
              </a:defRPr>
            </a:lvl7pPr>
            <a:lvl8pPr algn="l">
              <a:defRPr sz="1125" b="1">
                <a:solidFill>
                  <a:srgbClr val="C78A38"/>
                </a:solidFill>
                <a:latin typeface="Arial"/>
                <a:ea typeface="Arial"/>
                <a:cs typeface="Arial"/>
              </a:defRPr>
            </a:lvl8pPr>
            <a:lvl9pPr algn="l">
              <a:defRPr sz="1125" b="1">
                <a:solidFill>
                  <a:srgbClr val="C78A38"/>
                </a:solidFill>
                <a:latin typeface="Arial"/>
                <a:ea typeface="Arial"/>
                <a:cs typeface="Arial"/>
              </a:defRPr>
            </a:lvl9pPr>
          </a:lstStyle>
          <a:p xmlns:a="http://schemas.openxmlformats.org/drawingml/2006/main">
            <a:pPr algn="l">
              <a:defRPr sz="1125" b="1">
                <a:solidFill>
                  <a:srgbClr val="C78A38"/>
                </a:solidFill>
                <a:latin typeface="Arial"/>
                <a:ea typeface="Arial"/>
                <a:cs typeface="Arial"/>
              </a:defRPr>
            </a:pPr>
            <a:r>
              <a:rPr sz="1125" b="1">
                <a:solidFill>
                  <a:srgbClr val="C78A38"/>
                </a:solidFill>
                <a:latin typeface="Arial"/>
                <a:ea typeface="Arial"/>
                <a:cs typeface="Arial"/>
              </a:rPr>
              <a:t>C</a:t>
            </a:r>
          </a:p>
        </p:txBody>
      </p:sp>
      <p:sp>
        <p:nvSpPr>
          <p:cNvPr id="14" name="guardrail-3-title">
            <a:extLst xmlns:a="http://schemas.openxmlformats.org/drawingml/2006/main">
              <a:ext uri="{FF2B5EF4-FFF2-40B4-BE49-F238E27FC236}">
                <a16:creationId xmlns:a16="http://schemas.microsoft.com/office/drawing/2014/main" id="{6ACC6366-8BF6-43D8-9355-4DE115BB0E16}"/>
              </a:ext>
            </a:extLst>
          </p:cNvPr>
          <p:cNvSpPr>
            <a:spLocks xmlns:a="http://schemas.openxmlformats.org/drawingml/2006/main" noGrp="1"/>
          </p:cNvSpPr>
          <p:nvPr/>
        </p:nvSpPr>
        <p:spPr>
          <a:xfrm xmlns:a="http://schemas.openxmlformats.org/drawingml/2006/main">
            <a:off x="1228725" y="45243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274A34"/>
                </a:solidFill>
                <a:latin typeface="Arial"/>
                <a:ea typeface="Arial"/>
                <a:cs typeface="Arial"/>
              </a:defRPr>
            </a:defPPr>
            <a:lvl1pPr algn="l">
              <a:defRPr sz="1500" b="1">
                <a:solidFill>
                  <a:srgbClr val="274A34"/>
                </a:solidFill>
                <a:latin typeface="Arial"/>
                <a:ea typeface="Arial"/>
                <a:cs typeface="Arial"/>
              </a:defRPr>
            </a:lvl1pPr>
            <a:lvl2pPr algn="l">
              <a:defRPr sz="1500" b="1">
                <a:solidFill>
                  <a:srgbClr val="274A34"/>
                </a:solidFill>
                <a:latin typeface="Arial"/>
                <a:ea typeface="Arial"/>
                <a:cs typeface="Arial"/>
              </a:defRPr>
            </a:lvl2pPr>
            <a:lvl3pPr algn="l">
              <a:defRPr sz="1500" b="1">
                <a:solidFill>
                  <a:srgbClr val="274A34"/>
                </a:solidFill>
                <a:latin typeface="Arial"/>
                <a:ea typeface="Arial"/>
                <a:cs typeface="Arial"/>
              </a:defRPr>
            </a:lvl3pPr>
            <a:lvl4pPr algn="l">
              <a:defRPr sz="1500" b="1">
                <a:solidFill>
                  <a:srgbClr val="274A34"/>
                </a:solidFill>
                <a:latin typeface="Arial"/>
                <a:ea typeface="Arial"/>
                <a:cs typeface="Arial"/>
              </a:defRPr>
            </a:lvl4pPr>
            <a:lvl5pPr algn="l">
              <a:defRPr sz="1500" b="1">
                <a:solidFill>
                  <a:srgbClr val="274A34"/>
                </a:solidFill>
                <a:latin typeface="Arial"/>
                <a:ea typeface="Arial"/>
                <a:cs typeface="Arial"/>
              </a:defRPr>
            </a:lvl5pPr>
            <a:lvl6pPr algn="l">
              <a:defRPr sz="1500" b="1">
                <a:solidFill>
                  <a:srgbClr val="274A34"/>
                </a:solidFill>
                <a:latin typeface="Arial"/>
                <a:ea typeface="Arial"/>
                <a:cs typeface="Arial"/>
              </a:defRPr>
            </a:lvl6pPr>
            <a:lvl7pPr algn="l">
              <a:defRPr sz="1500" b="1">
                <a:solidFill>
                  <a:srgbClr val="274A34"/>
                </a:solidFill>
                <a:latin typeface="Arial"/>
                <a:ea typeface="Arial"/>
                <a:cs typeface="Arial"/>
              </a:defRPr>
            </a:lvl7pPr>
            <a:lvl8pPr algn="l">
              <a:defRPr sz="1500" b="1">
                <a:solidFill>
                  <a:srgbClr val="274A34"/>
                </a:solidFill>
                <a:latin typeface="Arial"/>
                <a:ea typeface="Arial"/>
                <a:cs typeface="Arial"/>
              </a:defRPr>
            </a:lvl8pPr>
            <a:lvl9pPr algn="l">
              <a:defRPr sz="1500" b="1">
                <a:solidFill>
                  <a:srgbClr val="274A34"/>
                </a:solidFill>
                <a:latin typeface="Arial"/>
                <a:ea typeface="Arial"/>
                <a:cs typeface="Arial"/>
              </a:defRPr>
            </a:lvl9pPr>
          </a:lstStyle>
          <a:p xmlns:a="http://schemas.openxmlformats.org/drawingml/2006/main">
            <a:pPr algn="l">
              <a:defRPr sz="1500" b="1">
                <a:solidFill>
                  <a:srgbClr val="274A34"/>
                </a:solidFill>
                <a:latin typeface="Arial"/>
                <a:ea typeface="Arial"/>
                <a:cs typeface="Arial"/>
              </a:defRPr>
            </a:pPr>
            <a:r>
              <a:rPr sz="1500" b="1">
                <a:solidFill>
                  <a:srgbClr val="274A34"/>
                </a:solidFill>
                <a:latin typeface="Arial"/>
                <a:ea typeface="Arial"/>
                <a:cs typeface="Arial"/>
              </a:rPr>
              <a:t>Risk review</a:t>
            </a:r>
          </a:p>
        </p:txBody>
      </p:sp>
      <p:sp>
        <p:nvSpPr>
          <p:cNvPr id="15" name="guardrail-3-body">
            <a:extLst xmlns:a="http://schemas.openxmlformats.org/drawingml/2006/main">
              <a:ext uri="{FF2B5EF4-FFF2-40B4-BE49-F238E27FC236}">
                <a16:creationId xmlns:a16="http://schemas.microsoft.com/office/drawing/2014/main" id="{95BDDCB9-EBC1-473C-87C5-B365DB5EBEAA}"/>
              </a:ext>
            </a:extLst>
          </p:cNvPr>
          <p:cNvSpPr>
            <a:spLocks xmlns:a="http://schemas.openxmlformats.org/drawingml/2006/main" noGrp="1"/>
          </p:cNvSpPr>
          <p:nvPr/>
        </p:nvSpPr>
        <p:spPr>
          <a:xfrm xmlns:a="http://schemas.openxmlformats.org/drawingml/2006/main">
            <a:off x="1228725" y="4876800"/>
            <a:ext cx="452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9766B"/>
                </a:solidFill>
                <a:latin typeface="Arial"/>
                <a:ea typeface="Arial"/>
                <a:cs typeface="Arial"/>
              </a:defRPr>
            </a:defPPr>
            <a:lvl1pPr algn="l">
              <a:defRPr sz="1200" b="0">
                <a:solidFill>
                  <a:srgbClr val="69766B"/>
                </a:solidFill>
                <a:latin typeface="Arial"/>
                <a:ea typeface="Arial"/>
                <a:cs typeface="Arial"/>
              </a:defRPr>
            </a:lvl1pPr>
            <a:lvl2pPr algn="l">
              <a:defRPr sz="1200" b="0">
                <a:solidFill>
                  <a:srgbClr val="69766B"/>
                </a:solidFill>
                <a:latin typeface="Arial"/>
                <a:ea typeface="Arial"/>
                <a:cs typeface="Arial"/>
              </a:defRPr>
            </a:lvl2pPr>
            <a:lvl3pPr algn="l">
              <a:defRPr sz="1200" b="0">
                <a:solidFill>
                  <a:srgbClr val="69766B"/>
                </a:solidFill>
                <a:latin typeface="Arial"/>
                <a:ea typeface="Arial"/>
                <a:cs typeface="Arial"/>
              </a:defRPr>
            </a:lvl3pPr>
            <a:lvl4pPr algn="l">
              <a:defRPr sz="1200" b="0">
                <a:solidFill>
                  <a:srgbClr val="69766B"/>
                </a:solidFill>
                <a:latin typeface="Arial"/>
                <a:ea typeface="Arial"/>
                <a:cs typeface="Arial"/>
              </a:defRPr>
            </a:lvl4pPr>
            <a:lvl5pPr algn="l">
              <a:defRPr sz="1200" b="0">
                <a:solidFill>
                  <a:srgbClr val="69766B"/>
                </a:solidFill>
                <a:latin typeface="Arial"/>
                <a:ea typeface="Arial"/>
                <a:cs typeface="Arial"/>
              </a:defRPr>
            </a:lvl5pPr>
            <a:lvl6pPr algn="l">
              <a:defRPr sz="1200" b="0">
                <a:solidFill>
                  <a:srgbClr val="69766B"/>
                </a:solidFill>
                <a:latin typeface="Arial"/>
                <a:ea typeface="Arial"/>
                <a:cs typeface="Arial"/>
              </a:defRPr>
            </a:lvl6pPr>
            <a:lvl7pPr algn="l">
              <a:defRPr sz="1200" b="0">
                <a:solidFill>
                  <a:srgbClr val="69766B"/>
                </a:solidFill>
                <a:latin typeface="Arial"/>
                <a:ea typeface="Arial"/>
                <a:cs typeface="Arial"/>
              </a:defRPr>
            </a:lvl7pPr>
            <a:lvl8pPr algn="l">
              <a:defRPr sz="1200" b="0">
                <a:solidFill>
                  <a:srgbClr val="69766B"/>
                </a:solidFill>
                <a:latin typeface="Arial"/>
                <a:ea typeface="Arial"/>
                <a:cs typeface="Arial"/>
              </a:defRPr>
            </a:lvl8pPr>
            <a:lvl9pPr algn="l">
              <a:defRPr sz="1200" b="0">
                <a:solidFill>
                  <a:srgbClr val="69766B"/>
                </a:solidFill>
                <a:latin typeface="Arial"/>
                <a:ea typeface="Arial"/>
                <a:cs typeface="Arial"/>
              </a:defRPr>
            </a:lvl9pPr>
          </a:lstStyle>
          <a:p xmlns:a="http://schemas.openxmlformats.org/drawingml/2006/main">
            <a:pPr algn="l">
              <a:defRPr sz="1200" b="0">
                <a:solidFill>
                  <a:srgbClr val="69766B"/>
                </a:solidFill>
                <a:latin typeface="Arial"/>
                <a:ea typeface="Arial"/>
                <a:cs typeface="Arial"/>
              </a:defRPr>
            </a:pPr>
            <a:r>
              <a:rPr sz="1200" b="0">
                <a:solidFill>
                  <a:srgbClr val="69766B"/>
                </a:solidFill>
                <a:latin typeface="Arial"/>
                <a:ea typeface="Arial"/>
                <a:cs typeface="Arial"/>
              </a:rPr>
              <a:t>The critic checks outliers, contradictions, maize type, missing evidence and farmer limits.</a:t>
            </a:r>
          </a:p>
        </p:txBody>
      </p:sp>
      <p:sp>
        <p:nvSpPr>
          <p:cNvPr id="16" name="abstain-panel">
            <a:extLst xmlns:a="http://schemas.openxmlformats.org/drawingml/2006/main">
              <a:ext uri="{FF2B5EF4-FFF2-40B4-BE49-F238E27FC236}">
                <a16:creationId xmlns:a16="http://schemas.microsoft.com/office/drawing/2014/main" id="{05DA0A76-B653-49CE-B51D-4E0781478F1C}"/>
              </a:ext>
            </a:extLst>
          </p:cNvPr>
          <p:cNvSpPr>
            <a:spLocks xmlns:a="http://schemas.openxmlformats.org/drawingml/2006/main" noGrp="1"/>
          </p:cNvSpPr>
          <p:nvPr/>
        </p:nvSpPr>
        <p:spPr>
          <a:xfrm xmlns:a="http://schemas.openxmlformats.org/drawingml/2006/main">
            <a:off x="6429375" y="2600325"/>
            <a:ext cx="4981575" cy="2724150"/>
          </a:xfrm>
          <a:prstGeom xmlns:a="http://schemas.openxmlformats.org/drawingml/2006/main" prst="rect">
            <a:avLst/>
          </a:prstGeom>
          <a:solidFill xmlns:a="http://schemas.openxmlformats.org/drawingml/2006/main">
            <a:srgbClr val="183525"/>
          </a:solidFill>
          <a:ln xmlns:a="http://schemas.openxmlformats.org/drawingml/2006/main" w="0">
            <a:noFill/>
            <a:prstDash val="solid"/>
          </a:ln>
        </p:spPr>
      </p:sp>
      <p:sp>
        <p:nvSpPr>
          <p:cNvPr id="17" name="abstain-label">
            <a:extLst xmlns:a="http://schemas.openxmlformats.org/drawingml/2006/main">
              <a:ext uri="{FF2B5EF4-FFF2-40B4-BE49-F238E27FC236}">
                <a16:creationId xmlns:a16="http://schemas.microsoft.com/office/drawing/2014/main" id="{C3D83323-69EF-46C8-8BBF-F4209108070B}"/>
              </a:ext>
            </a:extLst>
          </p:cNvPr>
          <p:cNvSpPr>
            <a:spLocks xmlns:a="http://schemas.openxmlformats.org/drawingml/2006/main" noGrp="1"/>
          </p:cNvSpPr>
          <p:nvPr/>
        </p:nvSpPr>
        <p:spPr>
          <a:xfrm xmlns:a="http://schemas.openxmlformats.org/drawingml/2006/main">
            <a:off x="6762750" y="29146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D9C99F"/>
                </a:solidFill>
                <a:latin typeface="Arial"/>
                <a:ea typeface="Arial"/>
                <a:cs typeface="Arial"/>
              </a:defRPr>
            </a:defPPr>
            <a:lvl1pPr algn="l">
              <a:defRPr sz="900" b="1">
                <a:solidFill>
                  <a:srgbClr val="D9C99F"/>
                </a:solidFill>
                <a:latin typeface="Arial"/>
                <a:ea typeface="Arial"/>
                <a:cs typeface="Arial"/>
              </a:defRPr>
            </a:lvl1pPr>
            <a:lvl2pPr algn="l">
              <a:defRPr sz="900" b="1">
                <a:solidFill>
                  <a:srgbClr val="D9C99F"/>
                </a:solidFill>
                <a:latin typeface="Arial"/>
                <a:ea typeface="Arial"/>
                <a:cs typeface="Arial"/>
              </a:defRPr>
            </a:lvl2pPr>
            <a:lvl3pPr algn="l">
              <a:defRPr sz="900" b="1">
                <a:solidFill>
                  <a:srgbClr val="D9C99F"/>
                </a:solidFill>
                <a:latin typeface="Arial"/>
                <a:ea typeface="Arial"/>
                <a:cs typeface="Arial"/>
              </a:defRPr>
            </a:lvl3pPr>
            <a:lvl4pPr algn="l">
              <a:defRPr sz="900" b="1">
                <a:solidFill>
                  <a:srgbClr val="D9C99F"/>
                </a:solidFill>
                <a:latin typeface="Arial"/>
                <a:ea typeface="Arial"/>
                <a:cs typeface="Arial"/>
              </a:defRPr>
            </a:lvl4pPr>
            <a:lvl5pPr algn="l">
              <a:defRPr sz="900" b="1">
                <a:solidFill>
                  <a:srgbClr val="D9C99F"/>
                </a:solidFill>
                <a:latin typeface="Arial"/>
                <a:ea typeface="Arial"/>
                <a:cs typeface="Arial"/>
              </a:defRPr>
            </a:lvl5pPr>
            <a:lvl6pPr algn="l">
              <a:defRPr sz="900" b="1">
                <a:solidFill>
                  <a:srgbClr val="D9C99F"/>
                </a:solidFill>
                <a:latin typeface="Arial"/>
                <a:ea typeface="Arial"/>
                <a:cs typeface="Arial"/>
              </a:defRPr>
            </a:lvl6pPr>
            <a:lvl7pPr algn="l">
              <a:defRPr sz="900" b="1">
                <a:solidFill>
                  <a:srgbClr val="D9C99F"/>
                </a:solidFill>
                <a:latin typeface="Arial"/>
                <a:ea typeface="Arial"/>
                <a:cs typeface="Arial"/>
              </a:defRPr>
            </a:lvl7pPr>
            <a:lvl8pPr algn="l">
              <a:defRPr sz="900" b="1">
                <a:solidFill>
                  <a:srgbClr val="D9C99F"/>
                </a:solidFill>
                <a:latin typeface="Arial"/>
                <a:ea typeface="Arial"/>
                <a:cs typeface="Arial"/>
              </a:defRPr>
            </a:lvl8pPr>
            <a:lvl9pPr algn="l">
              <a:defRPr sz="900" b="1">
                <a:solidFill>
                  <a:srgbClr val="D9C99F"/>
                </a:solidFill>
                <a:latin typeface="Arial"/>
                <a:ea typeface="Arial"/>
                <a:cs typeface="Arial"/>
              </a:defRPr>
            </a:lvl9pPr>
          </a:lstStyle>
          <a:p xmlns:a="http://schemas.openxmlformats.org/drawingml/2006/main">
            <a:pPr algn="l">
              <a:defRPr sz="900" b="1">
                <a:solidFill>
                  <a:srgbClr val="D9C99F"/>
                </a:solidFill>
                <a:latin typeface="Arial"/>
                <a:ea typeface="Arial"/>
                <a:cs typeface="Arial"/>
              </a:defRPr>
            </a:pPr>
            <a:r>
              <a:rPr sz="900" b="1">
                <a:solidFill>
                  <a:srgbClr val="D9C99F"/>
                </a:solidFill>
                <a:latin typeface="Arial"/>
                <a:ea typeface="Arial"/>
                <a:cs typeface="Arial"/>
              </a:rPr>
              <a:t>WHEN REVIEW CANNOT APPROVE</a:t>
            </a:r>
          </a:p>
        </p:txBody>
      </p:sp>
      <p:sp>
        <p:nvSpPr>
          <p:cNvPr id="18" name="abstain-title">
            <a:extLst xmlns:a="http://schemas.openxmlformats.org/drawingml/2006/main">
              <a:ext uri="{FF2B5EF4-FFF2-40B4-BE49-F238E27FC236}">
                <a16:creationId xmlns:a16="http://schemas.microsoft.com/office/drawing/2014/main" id="{47AB3D1E-3B67-401B-A923-BC69CBB82F0A}"/>
              </a:ext>
            </a:extLst>
          </p:cNvPr>
          <p:cNvSpPr>
            <a:spLocks xmlns:a="http://schemas.openxmlformats.org/drawingml/2006/main" noGrp="1"/>
          </p:cNvSpPr>
          <p:nvPr/>
        </p:nvSpPr>
        <p:spPr>
          <a:xfrm xmlns:a="http://schemas.openxmlformats.org/drawingml/2006/main">
            <a:off x="6762750" y="3333750"/>
            <a:ext cx="428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625" b="0">
                <a:solidFill>
                  <a:srgbClr val="FFFEFA"/>
                </a:solidFill>
                <a:latin typeface="Georgia"/>
                <a:ea typeface="Georgia"/>
                <a:cs typeface="Georgia"/>
              </a:defRPr>
            </a:defPPr>
            <a:lvl1pPr algn="l">
              <a:defRPr sz="2625" b="0">
                <a:solidFill>
                  <a:srgbClr val="FFFEFA"/>
                </a:solidFill>
                <a:latin typeface="Georgia"/>
                <a:ea typeface="Georgia"/>
                <a:cs typeface="Georgia"/>
              </a:defRPr>
            </a:lvl1pPr>
            <a:lvl2pPr algn="l">
              <a:defRPr sz="2625" b="0">
                <a:solidFill>
                  <a:srgbClr val="FFFEFA"/>
                </a:solidFill>
                <a:latin typeface="Georgia"/>
                <a:ea typeface="Georgia"/>
                <a:cs typeface="Georgia"/>
              </a:defRPr>
            </a:lvl2pPr>
            <a:lvl3pPr algn="l">
              <a:defRPr sz="2625" b="0">
                <a:solidFill>
                  <a:srgbClr val="FFFEFA"/>
                </a:solidFill>
                <a:latin typeface="Georgia"/>
                <a:ea typeface="Georgia"/>
                <a:cs typeface="Georgia"/>
              </a:defRPr>
            </a:lvl3pPr>
            <a:lvl4pPr algn="l">
              <a:defRPr sz="2625" b="0">
                <a:solidFill>
                  <a:srgbClr val="FFFEFA"/>
                </a:solidFill>
                <a:latin typeface="Georgia"/>
                <a:ea typeface="Georgia"/>
                <a:cs typeface="Georgia"/>
              </a:defRPr>
            </a:lvl4pPr>
            <a:lvl5pPr algn="l">
              <a:defRPr sz="2625" b="0">
                <a:solidFill>
                  <a:srgbClr val="FFFEFA"/>
                </a:solidFill>
                <a:latin typeface="Georgia"/>
                <a:ea typeface="Georgia"/>
                <a:cs typeface="Georgia"/>
              </a:defRPr>
            </a:lvl5pPr>
            <a:lvl6pPr algn="l">
              <a:defRPr sz="2625" b="0">
                <a:solidFill>
                  <a:srgbClr val="FFFEFA"/>
                </a:solidFill>
                <a:latin typeface="Georgia"/>
                <a:ea typeface="Georgia"/>
                <a:cs typeface="Georgia"/>
              </a:defRPr>
            </a:lvl6pPr>
            <a:lvl7pPr algn="l">
              <a:defRPr sz="2625" b="0">
                <a:solidFill>
                  <a:srgbClr val="FFFEFA"/>
                </a:solidFill>
                <a:latin typeface="Georgia"/>
                <a:ea typeface="Georgia"/>
                <a:cs typeface="Georgia"/>
              </a:defRPr>
            </a:lvl7pPr>
            <a:lvl8pPr algn="l">
              <a:defRPr sz="2625" b="0">
                <a:solidFill>
                  <a:srgbClr val="FFFEFA"/>
                </a:solidFill>
                <a:latin typeface="Georgia"/>
                <a:ea typeface="Georgia"/>
                <a:cs typeface="Georgia"/>
              </a:defRPr>
            </a:lvl8pPr>
            <a:lvl9pPr algn="l">
              <a:defRPr sz="2625" b="0">
                <a:solidFill>
                  <a:srgbClr val="FFFEFA"/>
                </a:solidFill>
                <a:latin typeface="Georgia"/>
                <a:ea typeface="Georgia"/>
                <a:cs typeface="Georgia"/>
              </a:defRPr>
            </a:lvl9pPr>
          </a:lstStyle>
          <a:p xmlns:a="http://schemas.openxmlformats.org/drawingml/2006/main">
            <a:pPr algn="l">
              <a:defRPr sz="2625" b="0">
                <a:solidFill>
                  <a:srgbClr val="FFFEFA"/>
                </a:solidFill>
                <a:latin typeface="Georgia"/>
                <a:ea typeface="Georgia"/>
                <a:cs typeface="Georgia"/>
              </a:defRPr>
            </a:pPr>
            <a:r>
              <a:rPr sz="2625" b="0">
                <a:solidFill>
                  <a:srgbClr val="FFFEFA"/>
                </a:solidFill>
                <a:latin typeface="Georgia"/>
                <a:ea typeface="Georgia"/>
                <a:cs typeface="Georgia"/>
              </a:rPr>
              <a:t>Ask before advising</a:t>
            </a:r>
          </a:p>
        </p:txBody>
      </p:sp>
      <p:sp>
        <p:nvSpPr>
          <p:cNvPr id="19" name="abstain-copy">
            <a:extLst xmlns:a="http://schemas.openxmlformats.org/drawingml/2006/main">
              <a:ext uri="{FF2B5EF4-FFF2-40B4-BE49-F238E27FC236}">
                <a16:creationId xmlns:a16="http://schemas.microsoft.com/office/drawing/2014/main" id="{00B0D88C-C947-4D26-B691-F9E37B7C5BF4}"/>
              </a:ext>
            </a:extLst>
          </p:cNvPr>
          <p:cNvSpPr>
            <a:spLocks xmlns:a="http://schemas.openxmlformats.org/drawingml/2006/main" noGrp="1"/>
          </p:cNvSpPr>
          <p:nvPr/>
        </p:nvSpPr>
        <p:spPr>
          <a:xfrm xmlns:a="http://schemas.openxmlformats.org/drawingml/2006/main">
            <a:off x="6762750" y="4057650"/>
            <a:ext cx="4191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D7E0D5"/>
                </a:solidFill>
                <a:latin typeface="Arial"/>
                <a:ea typeface="Arial"/>
                <a:cs typeface="Arial"/>
              </a:defRPr>
            </a:defPPr>
            <a:lvl1pPr algn="l">
              <a:defRPr sz="1425" b="0">
                <a:solidFill>
                  <a:srgbClr val="D7E0D5"/>
                </a:solidFill>
                <a:latin typeface="Arial"/>
                <a:ea typeface="Arial"/>
                <a:cs typeface="Arial"/>
              </a:defRPr>
            </a:lvl1pPr>
            <a:lvl2pPr algn="l">
              <a:defRPr sz="1425" b="0">
                <a:solidFill>
                  <a:srgbClr val="D7E0D5"/>
                </a:solidFill>
                <a:latin typeface="Arial"/>
                <a:ea typeface="Arial"/>
                <a:cs typeface="Arial"/>
              </a:defRPr>
            </a:lvl2pPr>
            <a:lvl3pPr algn="l">
              <a:defRPr sz="1425" b="0">
                <a:solidFill>
                  <a:srgbClr val="D7E0D5"/>
                </a:solidFill>
                <a:latin typeface="Arial"/>
                <a:ea typeface="Arial"/>
                <a:cs typeface="Arial"/>
              </a:defRPr>
            </a:lvl3pPr>
            <a:lvl4pPr algn="l">
              <a:defRPr sz="1425" b="0">
                <a:solidFill>
                  <a:srgbClr val="D7E0D5"/>
                </a:solidFill>
                <a:latin typeface="Arial"/>
                <a:ea typeface="Arial"/>
                <a:cs typeface="Arial"/>
              </a:defRPr>
            </a:lvl4pPr>
            <a:lvl5pPr algn="l">
              <a:defRPr sz="1425" b="0">
                <a:solidFill>
                  <a:srgbClr val="D7E0D5"/>
                </a:solidFill>
                <a:latin typeface="Arial"/>
                <a:ea typeface="Arial"/>
                <a:cs typeface="Arial"/>
              </a:defRPr>
            </a:lvl5pPr>
            <a:lvl6pPr algn="l">
              <a:defRPr sz="1425" b="0">
                <a:solidFill>
                  <a:srgbClr val="D7E0D5"/>
                </a:solidFill>
                <a:latin typeface="Arial"/>
                <a:ea typeface="Arial"/>
                <a:cs typeface="Arial"/>
              </a:defRPr>
            </a:lvl6pPr>
            <a:lvl7pPr algn="l">
              <a:defRPr sz="1425" b="0">
                <a:solidFill>
                  <a:srgbClr val="D7E0D5"/>
                </a:solidFill>
                <a:latin typeface="Arial"/>
                <a:ea typeface="Arial"/>
                <a:cs typeface="Arial"/>
              </a:defRPr>
            </a:lvl7pPr>
            <a:lvl8pPr algn="l">
              <a:defRPr sz="1425" b="0">
                <a:solidFill>
                  <a:srgbClr val="D7E0D5"/>
                </a:solidFill>
                <a:latin typeface="Arial"/>
                <a:ea typeface="Arial"/>
                <a:cs typeface="Arial"/>
              </a:defRPr>
            </a:lvl8pPr>
            <a:lvl9pPr algn="l">
              <a:defRPr sz="1425" b="0">
                <a:solidFill>
                  <a:srgbClr val="D7E0D5"/>
                </a:solidFill>
                <a:latin typeface="Arial"/>
                <a:ea typeface="Arial"/>
                <a:cs typeface="Arial"/>
              </a:defRPr>
            </a:lvl9pPr>
          </a:lstStyle>
          <a:p xmlns:a="http://schemas.openxmlformats.org/drawingml/2006/main">
            <a:pPr algn="l">
              <a:defRPr sz="1425" b="0">
                <a:solidFill>
                  <a:srgbClr val="D7E0D5"/>
                </a:solidFill>
                <a:latin typeface="Arial"/>
                <a:ea typeface="Arial"/>
                <a:cs typeface="Arial"/>
              </a:defRPr>
            </a:pPr>
            <a:r>
              <a:rPr sz="1425" b="0">
                <a:solidFill>
                  <a:srgbClr val="D7E0D5"/>
                </a:solidFill>
                <a:latin typeface="Arial"/>
                <a:ea typeface="Arial"/>
                <a:cs typeface="Arial"/>
              </a:rPr>
              <a:t>Return no recommendation, name the evidence gap and ask the farmer which input should be corrected.</a:t>
            </a:r>
          </a:p>
        </p:txBody>
      </p:sp>
      <p:sp>
        <p:nvSpPr>
          <p:cNvPr id="20" name="abstain-rule">
            <a:extLst xmlns:a="http://schemas.openxmlformats.org/drawingml/2006/main">
              <a:ext uri="{FF2B5EF4-FFF2-40B4-BE49-F238E27FC236}">
                <a16:creationId xmlns:a16="http://schemas.microsoft.com/office/drawing/2014/main" id="{1AFE96E3-4629-45A8-8515-7E4DCCF26179}"/>
              </a:ext>
            </a:extLst>
          </p:cNvPr>
          <p:cNvSpPr>
            <a:spLocks xmlns:a="http://schemas.openxmlformats.org/drawingml/2006/main" noGrp="1"/>
          </p:cNvSpPr>
          <p:nvPr/>
        </p:nvSpPr>
        <p:spPr>
          <a:xfrm xmlns:a="http://schemas.openxmlformats.org/drawingml/2006/main">
            <a:off x="6762750" y="5010150"/>
            <a:ext cx="4238625" cy="0"/>
          </a:xfrm>
          <a:prstGeom xmlns:a="http://schemas.openxmlformats.org/drawingml/2006/main" prst="line">
            <a:avLst/>
          </a:prstGeom>
          <a:noFill xmlns:a="http://schemas.openxmlformats.org/drawingml/2006/main"/>
          <a:ln xmlns:a="http://schemas.openxmlformats.org/drawingml/2006/main" w="9525">
            <a:solidFill>
              <a:srgbClr val="4D6654"/>
            </a:solidFill>
            <a:prstDash val="solid"/>
          </a:ln>
        </p:spPr>
      </p:sp>
      <p:sp>
        <p:nvSpPr>
          <p:cNvPr id="21" name="abstain-computed">
            <a:extLst xmlns:a="http://schemas.openxmlformats.org/drawingml/2006/main">
              <a:ext uri="{FF2B5EF4-FFF2-40B4-BE49-F238E27FC236}">
                <a16:creationId xmlns:a16="http://schemas.microsoft.com/office/drawing/2014/main" id="{F325D971-62FB-43D5-BE88-092E62DA7F98}"/>
              </a:ext>
            </a:extLst>
          </p:cNvPr>
          <p:cNvSpPr>
            <a:spLocks xmlns:a="http://schemas.openxmlformats.org/drawingml/2006/main" noGrp="1"/>
          </p:cNvSpPr>
          <p:nvPr/>
        </p:nvSpPr>
        <p:spPr>
          <a:xfrm xmlns:a="http://schemas.openxmlformats.org/drawingml/2006/main">
            <a:off x="6762750" y="5133975"/>
            <a:ext cx="423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D9C99F"/>
                </a:solidFill>
                <a:latin typeface="Arial"/>
                <a:ea typeface="Arial"/>
                <a:cs typeface="Arial"/>
              </a:defRPr>
            </a:defPPr>
            <a:lvl1pPr algn="l">
              <a:defRPr sz="975" b="0">
                <a:solidFill>
                  <a:srgbClr val="D9C99F"/>
                </a:solidFill>
                <a:latin typeface="Arial"/>
                <a:ea typeface="Arial"/>
                <a:cs typeface="Arial"/>
              </a:defRPr>
            </a:lvl1pPr>
            <a:lvl2pPr algn="l">
              <a:defRPr sz="975" b="0">
                <a:solidFill>
                  <a:srgbClr val="D9C99F"/>
                </a:solidFill>
                <a:latin typeface="Arial"/>
                <a:ea typeface="Arial"/>
                <a:cs typeface="Arial"/>
              </a:defRPr>
            </a:lvl2pPr>
            <a:lvl3pPr algn="l">
              <a:defRPr sz="975" b="0">
                <a:solidFill>
                  <a:srgbClr val="D9C99F"/>
                </a:solidFill>
                <a:latin typeface="Arial"/>
                <a:ea typeface="Arial"/>
                <a:cs typeface="Arial"/>
              </a:defRPr>
            </a:lvl3pPr>
            <a:lvl4pPr algn="l">
              <a:defRPr sz="975" b="0">
                <a:solidFill>
                  <a:srgbClr val="D9C99F"/>
                </a:solidFill>
                <a:latin typeface="Arial"/>
                <a:ea typeface="Arial"/>
                <a:cs typeface="Arial"/>
              </a:defRPr>
            </a:lvl4pPr>
            <a:lvl5pPr algn="l">
              <a:defRPr sz="975" b="0">
                <a:solidFill>
                  <a:srgbClr val="D9C99F"/>
                </a:solidFill>
                <a:latin typeface="Arial"/>
                <a:ea typeface="Arial"/>
                <a:cs typeface="Arial"/>
              </a:defRPr>
            </a:lvl5pPr>
            <a:lvl6pPr algn="l">
              <a:defRPr sz="975" b="0">
                <a:solidFill>
                  <a:srgbClr val="D9C99F"/>
                </a:solidFill>
                <a:latin typeface="Arial"/>
                <a:ea typeface="Arial"/>
                <a:cs typeface="Arial"/>
              </a:defRPr>
            </a:lvl6pPr>
            <a:lvl7pPr algn="l">
              <a:defRPr sz="975" b="0">
                <a:solidFill>
                  <a:srgbClr val="D9C99F"/>
                </a:solidFill>
                <a:latin typeface="Arial"/>
                <a:ea typeface="Arial"/>
                <a:cs typeface="Arial"/>
              </a:defRPr>
            </a:lvl7pPr>
            <a:lvl8pPr algn="l">
              <a:defRPr sz="975" b="0">
                <a:solidFill>
                  <a:srgbClr val="D9C99F"/>
                </a:solidFill>
                <a:latin typeface="Arial"/>
                <a:ea typeface="Arial"/>
                <a:cs typeface="Arial"/>
              </a:defRPr>
            </a:lvl8pPr>
            <a:lvl9pPr algn="l">
              <a:defRPr sz="975" b="0">
                <a:solidFill>
                  <a:srgbClr val="D9C99F"/>
                </a:solidFill>
                <a:latin typeface="Arial"/>
                <a:ea typeface="Arial"/>
                <a:cs typeface="Arial"/>
              </a:defRPr>
            </a:lvl9pPr>
          </a:lstStyle>
          <a:p xmlns:a="http://schemas.openxmlformats.org/drawingml/2006/main">
            <a:pPr algn="l">
              <a:defRPr sz="975" b="0">
                <a:solidFill>
                  <a:srgbClr val="D9C99F"/>
                </a:solidFill>
                <a:latin typeface="Arial"/>
                <a:ea typeface="Arial"/>
                <a:cs typeface="Arial"/>
              </a:defRPr>
            </a:pPr>
            <a:r>
              <a:rPr sz="975" b="0">
                <a:solidFill>
                  <a:srgbClr val="D9C99F"/>
                </a:solidFill>
                <a:latin typeface="Arial"/>
                <a:ea typeface="Arial"/>
                <a:cs typeface="Arial"/>
              </a:rPr>
              <a:t>Model wording cannot change the computed action.</a:t>
            </a:r>
          </a:p>
        </p:txBody>
      </p:sp>
      <p:sp>
        <p:nvSpPr>
          <p:cNvPr id="22" name="guardrail-caption">
            <a:extLst xmlns:a="http://schemas.openxmlformats.org/drawingml/2006/main">
              <a:ext uri="{FF2B5EF4-FFF2-40B4-BE49-F238E27FC236}">
                <a16:creationId xmlns:a16="http://schemas.microsoft.com/office/drawing/2014/main" id="{3D01CD5C-DE38-4F3C-A32D-F50403A77635}"/>
              </a:ext>
            </a:extLst>
          </p:cNvPr>
          <p:cNvSpPr>
            <a:spLocks xmlns:a="http://schemas.openxmlformats.org/drawingml/2006/main" noGrp="1"/>
          </p:cNvSpPr>
          <p:nvPr/>
        </p:nvSpPr>
        <p:spPr>
          <a:xfrm xmlns:a="http://schemas.openxmlformats.org/drawingml/2006/main">
            <a:off x="6429375" y="5553075"/>
            <a:ext cx="49815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082"/>
          </a:bodyPr>
          <a:lstStyle xmlns:a="http://schemas.openxmlformats.org/drawingml/2006/main">
            <a:defPPr algn="l">
              <a:defRPr sz="1050" b="0">
                <a:solidFill>
                  <a:srgbClr val="69766B"/>
                </a:solidFill>
                <a:latin typeface="Arial"/>
                <a:ea typeface="Arial"/>
                <a:cs typeface="Arial"/>
              </a:defRPr>
            </a:defPPr>
            <a:lvl1pPr algn="l">
              <a:defRPr sz="1050" b="0">
                <a:solidFill>
                  <a:srgbClr val="69766B"/>
                </a:solidFill>
                <a:latin typeface="Arial"/>
                <a:ea typeface="Arial"/>
                <a:cs typeface="Arial"/>
              </a:defRPr>
            </a:lvl1pPr>
            <a:lvl2pPr algn="l">
              <a:defRPr sz="1050" b="0">
                <a:solidFill>
                  <a:srgbClr val="69766B"/>
                </a:solidFill>
                <a:latin typeface="Arial"/>
                <a:ea typeface="Arial"/>
                <a:cs typeface="Arial"/>
              </a:defRPr>
            </a:lvl2pPr>
            <a:lvl3pPr algn="l">
              <a:defRPr sz="1050" b="0">
                <a:solidFill>
                  <a:srgbClr val="69766B"/>
                </a:solidFill>
                <a:latin typeface="Arial"/>
                <a:ea typeface="Arial"/>
                <a:cs typeface="Arial"/>
              </a:defRPr>
            </a:lvl3pPr>
            <a:lvl4pPr algn="l">
              <a:defRPr sz="1050" b="0">
                <a:solidFill>
                  <a:srgbClr val="69766B"/>
                </a:solidFill>
                <a:latin typeface="Arial"/>
                <a:ea typeface="Arial"/>
                <a:cs typeface="Arial"/>
              </a:defRPr>
            </a:lvl4pPr>
            <a:lvl5pPr algn="l">
              <a:defRPr sz="1050" b="0">
                <a:solidFill>
                  <a:srgbClr val="69766B"/>
                </a:solidFill>
                <a:latin typeface="Arial"/>
                <a:ea typeface="Arial"/>
                <a:cs typeface="Arial"/>
              </a:defRPr>
            </a:lvl5pPr>
            <a:lvl6pPr algn="l">
              <a:defRPr sz="1050" b="0">
                <a:solidFill>
                  <a:srgbClr val="69766B"/>
                </a:solidFill>
                <a:latin typeface="Arial"/>
                <a:ea typeface="Arial"/>
                <a:cs typeface="Arial"/>
              </a:defRPr>
            </a:lvl6pPr>
            <a:lvl7pPr algn="l">
              <a:defRPr sz="1050" b="0">
                <a:solidFill>
                  <a:srgbClr val="69766B"/>
                </a:solidFill>
                <a:latin typeface="Arial"/>
                <a:ea typeface="Arial"/>
                <a:cs typeface="Arial"/>
              </a:defRPr>
            </a:lvl7pPr>
            <a:lvl8pPr algn="l">
              <a:defRPr sz="1050" b="0">
                <a:solidFill>
                  <a:srgbClr val="69766B"/>
                </a:solidFill>
                <a:latin typeface="Arial"/>
                <a:ea typeface="Arial"/>
                <a:cs typeface="Arial"/>
              </a:defRPr>
            </a:lvl8pPr>
            <a:lvl9pPr algn="l">
              <a:defRPr sz="1050" b="0">
                <a:solidFill>
                  <a:srgbClr val="69766B"/>
                </a:solidFill>
                <a:latin typeface="Arial"/>
                <a:ea typeface="Arial"/>
                <a:cs typeface="Arial"/>
              </a:defRPr>
            </a:lvl9pPr>
          </a:lstStyle>
          <a:p xmlns:a="http://schemas.openxmlformats.org/drawingml/2006/main">
            <a:pPr algn="l">
              <a:defRPr sz="1050" b="0">
                <a:solidFill>
                  <a:srgbClr val="69766B"/>
                </a:solidFill>
                <a:latin typeface="Arial"/>
                <a:ea typeface="Arial"/>
                <a:cs typeface="Arial"/>
              </a:defRPr>
            </a:pPr>
            <a:r>
              <a:rPr sz="1050" b="0">
                <a:solidFill>
                  <a:srgbClr val="69766B"/>
                </a:solidFill>
                <a:latin typeface="Arial"/>
                <a:ea typeface="Arial"/>
                <a:cs typeface="Arial"/>
              </a:rPr>
              <a:t>Expected value uses a fixed-seed simulation over the cleaned price band and storage-loss distribution. Cash needs reduce the value of options that do not raise cash today.</a:t>
            </a:r>
          </a:p>
        </p:txBody>
      </p:sp>
    </p:spTree>
    <p:extLst>
      <p:ext uri="{BB962C8B-B14F-4D97-AF65-F5344CB8AC3E}">
        <p14:creationId xmlns:p14="http://schemas.microsoft.com/office/powerpoint/2010/main" val="383780200"/>
      </p:ext>
    </p:extLst>
  </p:cSld>
</p:sld>
</file>

<file path=ppt/slides/slide5.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28" name="slide-5-index">
            <a:extLst xmlns:a="http://schemas.openxmlformats.org/drawingml/2006/main">
              <a:ext uri="{FF2B5EF4-FFF2-40B4-BE49-F238E27FC236}">
                <a16:creationId xmlns:a16="http://schemas.microsoft.com/office/drawing/2014/main" id="{6167A244-900D-4F25-A627-4C556020DB64}"/>
              </a:ext>
            </a:extLst>
          </p:cNvPr>
          <p:cNvSpPr>
            <a:spLocks xmlns:a="http://schemas.openxmlformats.org/drawingml/2006/main" noGrp="1"/>
          </p:cNvSpPr>
          <p:nvPr/>
        </p:nvSpPr>
        <p:spPr>
          <a:xfrm xmlns:a="http://schemas.openxmlformats.org/drawingml/2006/main">
            <a:off x="742950" y="4667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44724E"/>
                </a:solidFill>
                <a:latin typeface="Arial"/>
                <a:ea typeface="Arial"/>
                <a:cs typeface="Arial"/>
              </a:defRPr>
            </a:defPPr>
            <a:lvl1pPr algn="l">
              <a:defRPr sz="900" b="1">
                <a:solidFill>
                  <a:srgbClr val="44724E"/>
                </a:solidFill>
                <a:latin typeface="Arial"/>
                <a:ea typeface="Arial"/>
                <a:cs typeface="Arial"/>
              </a:defRPr>
            </a:lvl1pPr>
            <a:lvl2pPr algn="l">
              <a:defRPr sz="900" b="1">
                <a:solidFill>
                  <a:srgbClr val="44724E"/>
                </a:solidFill>
                <a:latin typeface="Arial"/>
                <a:ea typeface="Arial"/>
                <a:cs typeface="Arial"/>
              </a:defRPr>
            </a:lvl2pPr>
            <a:lvl3pPr algn="l">
              <a:defRPr sz="900" b="1">
                <a:solidFill>
                  <a:srgbClr val="44724E"/>
                </a:solidFill>
                <a:latin typeface="Arial"/>
                <a:ea typeface="Arial"/>
                <a:cs typeface="Arial"/>
              </a:defRPr>
            </a:lvl3pPr>
            <a:lvl4pPr algn="l">
              <a:defRPr sz="900" b="1">
                <a:solidFill>
                  <a:srgbClr val="44724E"/>
                </a:solidFill>
                <a:latin typeface="Arial"/>
                <a:ea typeface="Arial"/>
                <a:cs typeface="Arial"/>
              </a:defRPr>
            </a:lvl4pPr>
            <a:lvl5pPr algn="l">
              <a:defRPr sz="900" b="1">
                <a:solidFill>
                  <a:srgbClr val="44724E"/>
                </a:solidFill>
                <a:latin typeface="Arial"/>
                <a:ea typeface="Arial"/>
                <a:cs typeface="Arial"/>
              </a:defRPr>
            </a:lvl5pPr>
            <a:lvl6pPr algn="l">
              <a:defRPr sz="900" b="1">
                <a:solidFill>
                  <a:srgbClr val="44724E"/>
                </a:solidFill>
                <a:latin typeface="Arial"/>
                <a:ea typeface="Arial"/>
                <a:cs typeface="Arial"/>
              </a:defRPr>
            </a:lvl6pPr>
            <a:lvl7pPr algn="l">
              <a:defRPr sz="900" b="1">
                <a:solidFill>
                  <a:srgbClr val="44724E"/>
                </a:solidFill>
                <a:latin typeface="Arial"/>
                <a:ea typeface="Arial"/>
                <a:cs typeface="Arial"/>
              </a:defRPr>
            </a:lvl7pPr>
            <a:lvl8pPr algn="l">
              <a:defRPr sz="900" b="1">
                <a:solidFill>
                  <a:srgbClr val="44724E"/>
                </a:solidFill>
                <a:latin typeface="Arial"/>
                <a:ea typeface="Arial"/>
                <a:cs typeface="Arial"/>
              </a:defRPr>
            </a:lvl8pPr>
            <a:lvl9pPr algn="l">
              <a:defRPr sz="900" b="1">
                <a:solidFill>
                  <a:srgbClr val="44724E"/>
                </a:solidFill>
                <a:latin typeface="Arial"/>
                <a:ea typeface="Arial"/>
                <a:cs typeface="Arial"/>
              </a:defRPr>
            </a:lvl9pPr>
          </a:lstStyle>
          <a:p xmlns:a="http://schemas.openxmlformats.org/drawingml/2006/main">
            <a:pPr algn="l">
              <a:defRPr sz="900" b="1">
                <a:solidFill>
                  <a:srgbClr val="44724E"/>
                </a:solidFill>
                <a:latin typeface="Arial"/>
                <a:ea typeface="Arial"/>
                <a:cs typeface="Arial"/>
              </a:defRPr>
            </a:pPr>
            <a:r>
              <a:rPr sz="900" b="1">
                <a:solidFill>
                  <a:srgbClr val="44724E"/>
                </a:solidFill>
                <a:latin typeface="Arial"/>
                <a:ea typeface="Arial"/>
                <a:cs typeface="Arial"/>
              </a:rPr>
              <a:t>OPEN AGENT MAIZE   /   05</a:t>
            </a:r>
          </a:p>
        </p:txBody>
      </p:sp>
      <p:sp>
        <p:nvSpPr>
          <p:cNvPr id="2" name="slide-5-title">
            <a:extLst xmlns:a="http://schemas.openxmlformats.org/drawingml/2006/main">
              <a:ext uri="{FF2B5EF4-FFF2-40B4-BE49-F238E27FC236}">
                <a16:creationId xmlns:a16="http://schemas.microsoft.com/office/drawing/2014/main" id="{9EF29DCD-15E5-4D69-9A39-CABF93E0B9D8}"/>
              </a:ext>
            </a:extLst>
          </p:cNvPr>
          <p:cNvSpPr>
            <a:spLocks xmlns:a="http://schemas.openxmlformats.org/drawingml/2006/main" noGrp="1"/>
          </p:cNvSpPr>
          <p:nvPr/>
        </p:nvSpPr>
        <p:spPr>
          <a:xfrm xmlns:a="http://schemas.openxmlformats.org/drawingml/2006/main">
            <a:off x="742950" y="790575"/>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75" b="0">
                <a:solidFill>
                  <a:srgbClr val="183525"/>
                </a:solidFill>
                <a:latin typeface="Georgia"/>
                <a:ea typeface="Georgia"/>
                <a:cs typeface="Georgia"/>
              </a:defRPr>
            </a:defPPr>
            <a:lvl1pPr algn="l">
              <a:defRPr sz="3675" b="0">
                <a:solidFill>
                  <a:srgbClr val="183525"/>
                </a:solidFill>
                <a:latin typeface="Georgia"/>
                <a:ea typeface="Georgia"/>
                <a:cs typeface="Georgia"/>
              </a:defRPr>
            </a:lvl1pPr>
            <a:lvl2pPr algn="l">
              <a:defRPr sz="3675" b="0">
                <a:solidFill>
                  <a:srgbClr val="183525"/>
                </a:solidFill>
                <a:latin typeface="Georgia"/>
                <a:ea typeface="Georgia"/>
                <a:cs typeface="Georgia"/>
              </a:defRPr>
            </a:lvl2pPr>
            <a:lvl3pPr algn="l">
              <a:defRPr sz="3675" b="0">
                <a:solidFill>
                  <a:srgbClr val="183525"/>
                </a:solidFill>
                <a:latin typeface="Georgia"/>
                <a:ea typeface="Georgia"/>
                <a:cs typeface="Georgia"/>
              </a:defRPr>
            </a:lvl3pPr>
            <a:lvl4pPr algn="l">
              <a:defRPr sz="3675" b="0">
                <a:solidFill>
                  <a:srgbClr val="183525"/>
                </a:solidFill>
                <a:latin typeface="Georgia"/>
                <a:ea typeface="Georgia"/>
                <a:cs typeface="Georgia"/>
              </a:defRPr>
            </a:lvl4pPr>
            <a:lvl5pPr algn="l">
              <a:defRPr sz="3675" b="0">
                <a:solidFill>
                  <a:srgbClr val="183525"/>
                </a:solidFill>
                <a:latin typeface="Georgia"/>
                <a:ea typeface="Georgia"/>
                <a:cs typeface="Georgia"/>
              </a:defRPr>
            </a:lvl5pPr>
            <a:lvl6pPr algn="l">
              <a:defRPr sz="3675" b="0">
                <a:solidFill>
                  <a:srgbClr val="183525"/>
                </a:solidFill>
                <a:latin typeface="Georgia"/>
                <a:ea typeface="Georgia"/>
                <a:cs typeface="Georgia"/>
              </a:defRPr>
            </a:lvl6pPr>
            <a:lvl7pPr algn="l">
              <a:defRPr sz="3675" b="0">
                <a:solidFill>
                  <a:srgbClr val="183525"/>
                </a:solidFill>
                <a:latin typeface="Georgia"/>
                <a:ea typeface="Georgia"/>
                <a:cs typeface="Georgia"/>
              </a:defRPr>
            </a:lvl7pPr>
            <a:lvl8pPr algn="l">
              <a:defRPr sz="3675" b="0">
                <a:solidFill>
                  <a:srgbClr val="183525"/>
                </a:solidFill>
                <a:latin typeface="Georgia"/>
                <a:ea typeface="Georgia"/>
                <a:cs typeface="Georgia"/>
              </a:defRPr>
            </a:lvl8pPr>
            <a:lvl9pPr algn="l">
              <a:defRPr sz="3675" b="0">
                <a:solidFill>
                  <a:srgbClr val="183525"/>
                </a:solidFill>
                <a:latin typeface="Georgia"/>
                <a:ea typeface="Georgia"/>
                <a:cs typeface="Georgia"/>
              </a:defRPr>
            </a:lvl9pPr>
          </a:lstStyle>
          <a:p xmlns:a="http://schemas.openxmlformats.org/drawingml/2006/main">
            <a:pPr algn="l">
              <a:defRPr sz="3675" b="0">
                <a:solidFill>
                  <a:srgbClr val="183525"/>
                </a:solidFill>
                <a:latin typeface="Georgia"/>
                <a:ea typeface="Georgia"/>
                <a:cs typeface="Georgia"/>
              </a:defRPr>
            </a:pPr>
            <a:r>
              <a:rPr sz="3675" b="0">
                <a:solidFill>
                  <a:srgbClr val="183525"/>
                </a:solidFill>
                <a:latin typeface="Georgia"/>
                <a:ea typeface="Georgia"/>
                <a:cs typeface="Georgia"/>
              </a:rPr>
              <a:t>One request, a decision record</a:t>
            </a:r>
          </a:p>
        </p:txBody>
      </p:sp>
      <p:sp>
        <p:nvSpPr>
          <p:cNvPr id="3" name="slide-5-subtitle">
            <a:extLst xmlns:a="http://schemas.openxmlformats.org/drawingml/2006/main">
              <a:ext uri="{FF2B5EF4-FFF2-40B4-BE49-F238E27FC236}">
                <a16:creationId xmlns:a16="http://schemas.microsoft.com/office/drawing/2014/main" id="{B6B756F5-DAFB-4F25-B10B-F5B51752242F}"/>
              </a:ext>
            </a:extLst>
          </p:cNvPr>
          <p:cNvSpPr>
            <a:spLocks xmlns:a="http://schemas.openxmlformats.org/drawingml/2006/main" noGrp="1"/>
          </p:cNvSpPr>
          <p:nvPr/>
        </p:nvSpPr>
        <p:spPr>
          <a:xfrm xmlns:a="http://schemas.openxmlformats.org/drawingml/2006/main">
            <a:off x="762000" y="15049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9766B"/>
                </a:solidFill>
                <a:latin typeface="Arial"/>
                <a:ea typeface="Arial"/>
                <a:cs typeface="Arial"/>
              </a:defRPr>
            </a:defPPr>
            <a:lvl1pPr algn="l">
              <a:defRPr sz="1500" b="0">
                <a:solidFill>
                  <a:srgbClr val="69766B"/>
                </a:solidFill>
                <a:latin typeface="Arial"/>
                <a:ea typeface="Arial"/>
                <a:cs typeface="Arial"/>
              </a:defRPr>
            </a:lvl1pPr>
            <a:lvl2pPr algn="l">
              <a:defRPr sz="1500" b="0">
                <a:solidFill>
                  <a:srgbClr val="69766B"/>
                </a:solidFill>
                <a:latin typeface="Arial"/>
                <a:ea typeface="Arial"/>
                <a:cs typeface="Arial"/>
              </a:defRPr>
            </a:lvl2pPr>
            <a:lvl3pPr algn="l">
              <a:defRPr sz="1500" b="0">
                <a:solidFill>
                  <a:srgbClr val="69766B"/>
                </a:solidFill>
                <a:latin typeface="Arial"/>
                <a:ea typeface="Arial"/>
                <a:cs typeface="Arial"/>
              </a:defRPr>
            </a:lvl3pPr>
            <a:lvl4pPr algn="l">
              <a:defRPr sz="1500" b="0">
                <a:solidFill>
                  <a:srgbClr val="69766B"/>
                </a:solidFill>
                <a:latin typeface="Arial"/>
                <a:ea typeface="Arial"/>
                <a:cs typeface="Arial"/>
              </a:defRPr>
            </a:lvl4pPr>
            <a:lvl5pPr algn="l">
              <a:defRPr sz="1500" b="0">
                <a:solidFill>
                  <a:srgbClr val="69766B"/>
                </a:solidFill>
                <a:latin typeface="Arial"/>
                <a:ea typeface="Arial"/>
                <a:cs typeface="Arial"/>
              </a:defRPr>
            </a:lvl5pPr>
            <a:lvl6pPr algn="l">
              <a:defRPr sz="1500" b="0">
                <a:solidFill>
                  <a:srgbClr val="69766B"/>
                </a:solidFill>
                <a:latin typeface="Arial"/>
                <a:ea typeface="Arial"/>
                <a:cs typeface="Arial"/>
              </a:defRPr>
            </a:lvl6pPr>
            <a:lvl7pPr algn="l">
              <a:defRPr sz="1500" b="0">
                <a:solidFill>
                  <a:srgbClr val="69766B"/>
                </a:solidFill>
                <a:latin typeface="Arial"/>
                <a:ea typeface="Arial"/>
                <a:cs typeface="Arial"/>
              </a:defRPr>
            </a:lvl7pPr>
            <a:lvl8pPr algn="l">
              <a:defRPr sz="1500" b="0">
                <a:solidFill>
                  <a:srgbClr val="69766B"/>
                </a:solidFill>
                <a:latin typeface="Arial"/>
                <a:ea typeface="Arial"/>
                <a:cs typeface="Arial"/>
              </a:defRPr>
            </a:lvl8pPr>
            <a:lvl9pPr algn="l">
              <a:defRPr sz="1500" b="0">
                <a:solidFill>
                  <a:srgbClr val="69766B"/>
                </a:solidFill>
                <a:latin typeface="Arial"/>
                <a:ea typeface="Arial"/>
                <a:cs typeface="Arial"/>
              </a:defRPr>
            </a:lvl9pPr>
          </a:lstStyle>
          <a:p xmlns:a="http://schemas.openxmlformats.org/drawingml/2006/main">
            <a:pPr algn="l">
              <a:defRPr sz="1500" b="0">
                <a:solidFill>
                  <a:srgbClr val="69766B"/>
                </a:solidFill>
                <a:latin typeface="Arial"/>
                <a:ea typeface="Arial"/>
                <a:cs typeface="Arial"/>
              </a:defRPr>
            </a:pPr>
            <a:r>
              <a:rPr sz="1500" b="0">
                <a:solidFill>
                  <a:srgbClr val="69766B"/>
                </a:solidFill>
                <a:latin typeface="Arial"/>
                <a:ea typeface="Arial"/>
                <a:cs typeface="Arial"/>
              </a:rPr>
              <a:t>The UI sends the same fields the service validates and shows the returned evidence.</a:t>
            </a:r>
          </a:p>
        </p:txBody>
      </p:sp>
      <p:sp>
        <p:nvSpPr>
          <p:cNvPr id="4" name="slide-5-header-rule">
            <a:extLst xmlns:a="http://schemas.openxmlformats.org/drawingml/2006/main">
              <a:ext uri="{FF2B5EF4-FFF2-40B4-BE49-F238E27FC236}">
                <a16:creationId xmlns:a16="http://schemas.microsoft.com/office/drawing/2014/main" id="{9383EB70-33C7-4F7F-88D3-805871AF034E}"/>
              </a:ext>
            </a:extLst>
          </p:cNvPr>
          <p:cNvSpPr>
            <a:spLocks xmlns:a="http://schemas.openxmlformats.org/drawingml/2006/main" noGrp="1"/>
          </p:cNvSpPr>
          <p:nvPr/>
        </p:nvSpPr>
        <p:spPr>
          <a:xfrm xmlns:a="http://schemas.openxmlformats.org/drawingml/2006/main">
            <a:off x="742950" y="2009775"/>
            <a:ext cx="107061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5" name="product-input-eyebrow">
            <a:extLst xmlns:a="http://schemas.openxmlformats.org/drawingml/2006/main">
              <a:ext uri="{FF2B5EF4-FFF2-40B4-BE49-F238E27FC236}">
                <a16:creationId xmlns:a16="http://schemas.microsoft.com/office/drawing/2014/main" id="{B8977ADD-E217-4F6B-8728-614543AD26E4}"/>
              </a:ext>
            </a:extLst>
          </p:cNvPr>
          <p:cNvSpPr>
            <a:spLocks xmlns:a="http://schemas.openxmlformats.org/drawingml/2006/main" noGrp="1"/>
          </p:cNvSpPr>
          <p:nvPr/>
        </p:nvSpPr>
        <p:spPr>
          <a:xfrm xmlns:a="http://schemas.openxmlformats.org/drawingml/2006/main">
            <a:off x="781050" y="247650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44724E"/>
                </a:solidFill>
                <a:latin typeface="Arial"/>
                <a:ea typeface="Arial"/>
                <a:cs typeface="Arial"/>
              </a:defRPr>
            </a:defPPr>
            <a:lvl1pPr algn="l">
              <a:defRPr sz="900" b="1">
                <a:solidFill>
                  <a:srgbClr val="44724E"/>
                </a:solidFill>
                <a:latin typeface="Arial"/>
                <a:ea typeface="Arial"/>
                <a:cs typeface="Arial"/>
              </a:defRPr>
            </a:lvl1pPr>
            <a:lvl2pPr algn="l">
              <a:defRPr sz="900" b="1">
                <a:solidFill>
                  <a:srgbClr val="44724E"/>
                </a:solidFill>
                <a:latin typeface="Arial"/>
                <a:ea typeface="Arial"/>
                <a:cs typeface="Arial"/>
              </a:defRPr>
            </a:lvl2pPr>
            <a:lvl3pPr algn="l">
              <a:defRPr sz="900" b="1">
                <a:solidFill>
                  <a:srgbClr val="44724E"/>
                </a:solidFill>
                <a:latin typeface="Arial"/>
                <a:ea typeface="Arial"/>
                <a:cs typeface="Arial"/>
              </a:defRPr>
            </a:lvl3pPr>
            <a:lvl4pPr algn="l">
              <a:defRPr sz="900" b="1">
                <a:solidFill>
                  <a:srgbClr val="44724E"/>
                </a:solidFill>
                <a:latin typeface="Arial"/>
                <a:ea typeface="Arial"/>
                <a:cs typeface="Arial"/>
              </a:defRPr>
            </a:lvl4pPr>
            <a:lvl5pPr algn="l">
              <a:defRPr sz="900" b="1">
                <a:solidFill>
                  <a:srgbClr val="44724E"/>
                </a:solidFill>
                <a:latin typeface="Arial"/>
                <a:ea typeface="Arial"/>
                <a:cs typeface="Arial"/>
              </a:defRPr>
            </a:lvl5pPr>
            <a:lvl6pPr algn="l">
              <a:defRPr sz="900" b="1">
                <a:solidFill>
                  <a:srgbClr val="44724E"/>
                </a:solidFill>
                <a:latin typeface="Arial"/>
                <a:ea typeface="Arial"/>
                <a:cs typeface="Arial"/>
              </a:defRPr>
            </a:lvl6pPr>
            <a:lvl7pPr algn="l">
              <a:defRPr sz="900" b="1">
                <a:solidFill>
                  <a:srgbClr val="44724E"/>
                </a:solidFill>
                <a:latin typeface="Arial"/>
                <a:ea typeface="Arial"/>
                <a:cs typeface="Arial"/>
              </a:defRPr>
            </a:lvl7pPr>
            <a:lvl8pPr algn="l">
              <a:defRPr sz="900" b="1">
                <a:solidFill>
                  <a:srgbClr val="44724E"/>
                </a:solidFill>
                <a:latin typeface="Arial"/>
                <a:ea typeface="Arial"/>
                <a:cs typeface="Arial"/>
              </a:defRPr>
            </a:lvl8pPr>
            <a:lvl9pPr algn="l">
              <a:defRPr sz="900" b="1">
                <a:solidFill>
                  <a:srgbClr val="44724E"/>
                </a:solidFill>
                <a:latin typeface="Arial"/>
                <a:ea typeface="Arial"/>
                <a:cs typeface="Arial"/>
              </a:defRPr>
            </a:lvl9pPr>
          </a:lstStyle>
          <a:p xmlns:a="http://schemas.openxmlformats.org/drawingml/2006/main">
            <a:pPr algn="l">
              <a:defRPr sz="900" b="1">
                <a:solidFill>
                  <a:srgbClr val="44724E"/>
                </a:solidFill>
                <a:latin typeface="Arial"/>
                <a:ea typeface="Arial"/>
                <a:cs typeface="Arial"/>
              </a:defRPr>
            </a:pPr>
            <a:r>
              <a:rPr sz="900" b="1">
                <a:solidFill>
                  <a:srgbClr val="44724E"/>
                </a:solidFill>
                <a:latin typeface="Arial"/>
                <a:ea typeface="Arial"/>
                <a:cs typeface="Arial"/>
              </a:rPr>
              <a:t>FARMER INPUT</a:t>
            </a:r>
          </a:p>
        </p:txBody>
      </p:sp>
      <p:sp>
        <p:nvSpPr>
          <p:cNvPr id="6" name="product-input-title">
            <a:extLst xmlns:a="http://schemas.openxmlformats.org/drawingml/2006/main">
              <a:ext uri="{FF2B5EF4-FFF2-40B4-BE49-F238E27FC236}">
                <a16:creationId xmlns:a16="http://schemas.microsoft.com/office/drawing/2014/main" id="{641AF7E9-D4D9-45DC-AB11-F0523868FB4C}"/>
              </a:ext>
            </a:extLst>
          </p:cNvPr>
          <p:cNvSpPr>
            <a:spLocks xmlns:a="http://schemas.openxmlformats.org/drawingml/2006/main" noGrp="1"/>
          </p:cNvSpPr>
          <p:nvPr/>
        </p:nvSpPr>
        <p:spPr>
          <a:xfrm xmlns:a="http://schemas.openxmlformats.org/drawingml/2006/main">
            <a:off x="781050" y="2819400"/>
            <a:ext cx="4143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0">
                <a:solidFill>
                  <a:srgbClr val="183525"/>
                </a:solidFill>
                <a:latin typeface="Georgia"/>
                <a:ea typeface="Georgia"/>
                <a:cs typeface="Georgia"/>
              </a:defRPr>
            </a:defPPr>
            <a:lvl1pPr algn="l">
              <a:defRPr sz="2250" b="0">
                <a:solidFill>
                  <a:srgbClr val="183525"/>
                </a:solidFill>
                <a:latin typeface="Georgia"/>
                <a:ea typeface="Georgia"/>
                <a:cs typeface="Georgia"/>
              </a:defRPr>
            </a:lvl1pPr>
            <a:lvl2pPr algn="l">
              <a:defRPr sz="2250" b="0">
                <a:solidFill>
                  <a:srgbClr val="183525"/>
                </a:solidFill>
                <a:latin typeface="Georgia"/>
                <a:ea typeface="Georgia"/>
                <a:cs typeface="Georgia"/>
              </a:defRPr>
            </a:lvl2pPr>
            <a:lvl3pPr algn="l">
              <a:defRPr sz="2250" b="0">
                <a:solidFill>
                  <a:srgbClr val="183525"/>
                </a:solidFill>
                <a:latin typeface="Georgia"/>
                <a:ea typeface="Georgia"/>
                <a:cs typeface="Georgia"/>
              </a:defRPr>
            </a:lvl3pPr>
            <a:lvl4pPr algn="l">
              <a:defRPr sz="2250" b="0">
                <a:solidFill>
                  <a:srgbClr val="183525"/>
                </a:solidFill>
                <a:latin typeface="Georgia"/>
                <a:ea typeface="Georgia"/>
                <a:cs typeface="Georgia"/>
              </a:defRPr>
            </a:lvl4pPr>
            <a:lvl5pPr algn="l">
              <a:defRPr sz="2250" b="0">
                <a:solidFill>
                  <a:srgbClr val="183525"/>
                </a:solidFill>
                <a:latin typeface="Georgia"/>
                <a:ea typeface="Georgia"/>
                <a:cs typeface="Georgia"/>
              </a:defRPr>
            </a:lvl5pPr>
            <a:lvl6pPr algn="l">
              <a:defRPr sz="2250" b="0">
                <a:solidFill>
                  <a:srgbClr val="183525"/>
                </a:solidFill>
                <a:latin typeface="Georgia"/>
                <a:ea typeface="Georgia"/>
                <a:cs typeface="Georgia"/>
              </a:defRPr>
            </a:lvl6pPr>
            <a:lvl7pPr algn="l">
              <a:defRPr sz="2250" b="0">
                <a:solidFill>
                  <a:srgbClr val="183525"/>
                </a:solidFill>
                <a:latin typeface="Georgia"/>
                <a:ea typeface="Georgia"/>
                <a:cs typeface="Georgia"/>
              </a:defRPr>
            </a:lvl7pPr>
            <a:lvl8pPr algn="l">
              <a:defRPr sz="2250" b="0">
                <a:solidFill>
                  <a:srgbClr val="183525"/>
                </a:solidFill>
                <a:latin typeface="Georgia"/>
                <a:ea typeface="Georgia"/>
                <a:cs typeface="Georgia"/>
              </a:defRPr>
            </a:lvl8pPr>
            <a:lvl9pPr algn="l">
              <a:defRPr sz="2250" b="0">
                <a:solidFill>
                  <a:srgbClr val="183525"/>
                </a:solidFill>
                <a:latin typeface="Georgia"/>
                <a:ea typeface="Georgia"/>
                <a:cs typeface="Georgia"/>
              </a:defRPr>
            </a:lvl9pPr>
          </a:lstStyle>
          <a:p xmlns:a="http://schemas.openxmlformats.org/drawingml/2006/main">
            <a:pPr algn="l">
              <a:defRPr sz="2250" b="0">
                <a:solidFill>
                  <a:srgbClr val="183525"/>
                </a:solidFill>
                <a:latin typeface="Georgia"/>
                <a:ea typeface="Georgia"/>
                <a:cs typeface="Georgia"/>
              </a:defRPr>
            </a:pPr>
            <a:r>
              <a:rPr sz="2250" b="0">
                <a:solidFill>
                  <a:srgbClr val="183525"/>
                </a:solidFill>
                <a:latin typeface="Georgia"/>
                <a:ea typeface="Georgia"/>
                <a:cs typeface="Georgia"/>
              </a:rPr>
              <a:t>Describe the lot</a:t>
            </a:r>
          </a:p>
        </p:txBody>
      </p:sp>
      <p:sp>
        <p:nvSpPr>
          <p:cNvPr id="7" name="product-input-copy">
            <a:extLst xmlns:a="http://schemas.openxmlformats.org/drawingml/2006/main">
              <a:ext uri="{FF2B5EF4-FFF2-40B4-BE49-F238E27FC236}">
                <a16:creationId xmlns:a16="http://schemas.microsoft.com/office/drawing/2014/main" id="{9C3E2F1F-8EC1-449C-A4FF-35C1400E1B3E}"/>
              </a:ext>
            </a:extLst>
          </p:cNvPr>
          <p:cNvSpPr>
            <a:spLocks xmlns:a="http://schemas.openxmlformats.org/drawingml/2006/main" noGrp="1"/>
          </p:cNvSpPr>
          <p:nvPr/>
        </p:nvSpPr>
        <p:spPr>
          <a:xfrm xmlns:a="http://schemas.openxmlformats.org/drawingml/2006/main">
            <a:off x="781050" y="3448050"/>
            <a:ext cx="38576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9766B"/>
                </a:solidFill>
                <a:latin typeface="Arial"/>
                <a:ea typeface="Arial"/>
                <a:cs typeface="Arial"/>
              </a:defRPr>
            </a:defPPr>
            <a:lvl1pPr algn="l">
              <a:defRPr sz="1275" b="0">
                <a:solidFill>
                  <a:srgbClr val="69766B"/>
                </a:solidFill>
                <a:latin typeface="Arial"/>
                <a:ea typeface="Arial"/>
                <a:cs typeface="Arial"/>
              </a:defRPr>
            </a:lvl1pPr>
            <a:lvl2pPr algn="l">
              <a:defRPr sz="1275" b="0">
                <a:solidFill>
                  <a:srgbClr val="69766B"/>
                </a:solidFill>
                <a:latin typeface="Arial"/>
                <a:ea typeface="Arial"/>
                <a:cs typeface="Arial"/>
              </a:defRPr>
            </a:lvl2pPr>
            <a:lvl3pPr algn="l">
              <a:defRPr sz="1275" b="0">
                <a:solidFill>
                  <a:srgbClr val="69766B"/>
                </a:solidFill>
                <a:latin typeface="Arial"/>
                <a:ea typeface="Arial"/>
                <a:cs typeface="Arial"/>
              </a:defRPr>
            </a:lvl3pPr>
            <a:lvl4pPr algn="l">
              <a:defRPr sz="1275" b="0">
                <a:solidFill>
                  <a:srgbClr val="69766B"/>
                </a:solidFill>
                <a:latin typeface="Arial"/>
                <a:ea typeface="Arial"/>
                <a:cs typeface="Arial"/>
              </a:defRPr>
            </a:lvl4pPr>
            <a:lvl5pPr algn="l">
              <a:defRPr sz="1275" b="0">
                <a:solidFill>
                  <a:srgbClr val="69766B"/>
                </a:solidFill>
                <a:latin typeface="Arial"/>
                <a:ea typeface="Arial"/>
                <a:cs typeface="Arial"/>
              </a:defRPr>
            </a:lvl5pPr>
            <a:lvl6pPr algn="l">
              <a:defRPr sz="1275" b="0">
                <a:solidFill>
                  <a:srgbClr val="69766B"/>
                </a:solidFill>
                <a:latin typeface="Arial"/>
                <a:ea typeface="Arial"/>
                <a:cs typeface="Arial"/>
              </a:defRPr>
            </a:lvl6pPr>
            <a:lvl7pPr algn="l">
              <a:defRPr sz="1275" b="0">
                <a:solidFill>
                  <a:srgbClr val="69766B"/>
                </a:solidFill>
                <a:latin typeface="Arial"/>
                <a:ea typeface="Arial"/>
                <a:cs typeface="Arial"/>
              </a:defRPr>
            </a:lvl7pPr>
            <a:lvl8pPr algn="l">
              <a:defRPr sz="1275" b="0">
                <a:solidFill>
                  <a:srgbClr val="69766B"/>
                </a:solidFill>
                <a:latin typeface="Arial"/>
                <a:ea typeface="Arial"/>
                <a:cs typeface="Arial"/>
              </a:defRPr>
            </a:lvl8pPr>
            <a:lvl9pPr algn="l">
              <a:defRPr sz="1275" b="0">
                <a:solidFill>
                  <a:srgbClr val="69766B"/>
                </a:solidFill>
                <a:latin typeface="Arial"/>
                <a:ea typeface="Arial"/>
                <a:cs typeface="Arial"/>
              </a:defRPr>
            </a:lvl9pPr>
          </a:lstStyle>
          <a:p xmlns:a="http://schemas.openxmlformats.org/drawingml/2006/main">
            <a:pPr algn="l">
              <a:defRPr sz="1275" b="0">
                <a:solidFill>
                  <a:srgbClr val="69766B"/>
                </a:solidFill>
                <a:latin typeface="Arial"/>
                <a:ea typeface="Arial"/>
                <a:cs typeface="Arial"/>
              </a:defRPr>
            </a:pPr>
            <a:r>
              <a:rPr sz="1275" b="0">
                <a:solidFill>
                  <a:srgbClr val="69766B"/>
                </a:solidFill>
                <a:latin typeface="Arial"/>
                <a:ea typeface="Arial"/>
                <a:cs typeface="Arial"/>
              </a:rPr>
              <a:t>Farmer record ID</a:t>
            </a:r>
          </a:p>
          <a:p xmlns:a="http://schemas.openxmlformats.org/drawingml/2006/main">
            <a:pPr algn="l">
              <a:defRPr sz="1275" b="0">
                <a:solidFill>
                  <a:srgbClr val="69766B"/>
                </a:solidFill>
                <a:latin typeface="Arial"/>
                <a:ea typeface="Arial"/>
                <a:cs typeface="Arial"/>
              </a:defRPr>
            </a:pPr>
            <a:r>
              <a:rPr sz="1275" b="0">
                <a:solidFill>
                  <a:srgbClr val="69766B"/>
                </a:solidFill>
                <a:latin typeface="Arial"/>
                <a:ea typeface="Arial"/>
                <a:cs typeface="Arial"/>
              </a:rPr>
              <a:t>County and number of 90 kg bags</a:t>
            </a:r>
          </a:p>
          <a:p xmlns:a="http://schemas.openxmlformats.org/drawingml/2006/main">
            <a:pPr algn="l">
              <a:defRPr sz="1275" b="0">
                <a:solidFill>
                  <a:srgbClr val="69766B"/>
                </a:solidFill>
                <a:latin typeface="Arial"/>
                <a:ea typeface="Arial"/>
                <a:cs typeface="Arial"/>
              </a:defRPr>
            </a:pPr>
            <a:r>
              <a:rPr sz="1275" b="0">
                <a:solidFill>
                  <a:srgbClr val="69766B"/>
                </a:solidFill>
                <a:latin typeface="Arial"/>
                <a:ea typeface="Arial"/>
                <a:cs typeface="Arial"/>
              </a:rPr>
              <a:t>Storage type</a:t>
            </a:r>
          </a:p>
          <a:p xmlns:a="http://schemas.openxmlformats.org/drawingml/2006/main">
            <a:pPr algn="l">
              <a:defRPr sz="1275" b="0">
                <a:solidFill>
                  <a:srgbClr val="69766B"/>
                </a:solidFill>
                <a:latin typeface="Arial"/>
                <a:ea typeface="Arial"/>
                <a:cs typeface="Arial"/>
              </a:defRPr>
            </a:pPr>
            <a:r>
              <a:rPr sz="1275" b="0">
                <a:solidFill>
                  <a:srgbClr val="69766B"/>
                </a:solidFill>
                <a:latin typeface="Arial"/>
                <a:ea typeface="Arial"/>
                <a:cs typeface="Arial"/>
              </a:rPr>
              <a:t>Optional buyer offer and cash need</a:t>
            </a:r>
          </a:p>
        </p:txBody>
      </p:sp>
      <p:sp>
        <p:nvSpPr>
          <p:cNvPr id="8" name="product-mid-rule">
            <a:extLst xmlns:a="http://schemas.openxmlformats.org/drawingml/2006/main">
              <a:ext uri="{FF2B5EF4-FFF2-40B4-BE49-F238E27FC236}">
                <a16:creationId xmlns:a16="http://schemas.microsoft.com/office/drawing/2014/main" id="{4D03CEC2-0F6E-4C81-A6B2-559C07E8972A}"/>
              </a:ext>
            </a:extLst>
          </p:cNvPr>
          <p:cNvSpPr>
            <a:spLocks xmlns:a="http://schemas.openxmlformats.org/drawingml/2006/main" noGrp="1"/>
          </p:cNvSpPr>
          <p:nvPr/>
        </p:nvSpPr>
        <p:spPr>
          <a:xfrm xmlns:a="http://schemas.openxmlformats.org/drawingml/2006/main">
            <a:off x="5372100" y="2447925"/>
            <a:ext cx="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9" name="product-output-eyebrow">
            <a:extLst xmlns:a="http://schemas.openxmlformats.org/drawingml/2006/main">
              <a:ext uri="{FF2B5EF4-FFF2-40B4-BE49-F238E27FC236}">
                <a16:creationId xmlns:a16="http://schemas.microsoft.com/office/drawing/2014/main" id="{6C1BFBC6-D043-496E-BE82-6A7A4D6CC503}"/>
              </a:ext>
            </a:extLst>
          </p:cNvPr>
          <p:cNvSpPr>
            <a:spLocks xmlns:a="http://schemas.openxmlformats.org/drawingml/2006/main" noGrp="1"/>
          </p:cNvSpPr>
          <p:nvPr/>
        </p:nvSpPr>
        <p:spPr>
          <a:xfrm xmlns:a="http://schemas.openxmlformats.org/drawingml/2006/main">
            <a:off x="5876925" y="24765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44724E"/>
                </a:solidFill>
                <a:latin typeface="Arial"/>
                <a:ea typeface="Arial"/>
                <a:cs typeface="Arial"/>
              </a:defRPr>
            </a:defPPr>
            <a:lvl1pPr algn="l">
              <a:defRPr sz="900" b="1">
                <a:solidFill>
                  <a:srgbClr val="44724E"/>
                </a:solidFill>
                <a:latin typeface="Arial"/>
                <a:ea typeface="Arial"/>
                <a:cs typeface="Arial"/>
              </a:defRPr>
            </a:lvl1pPr>
            <a:lvl2pPr algn="l">
              <a:defRPr sz="900" b="1">
                <a:solidFill>
                  <a:srgbClr val="44724E"/>
                </a:solidFill>
                <a:latin typeface="Arial"/>
                <a:ea typeface="Arial"/>
                <a:cs typeface="Arial"/>
              </a:defRPr>
            </a:lvl2pPr>
            <a:lvl3pPr algn="l">
              <a:defRPr sz="900" b="1">
                <a:solidFill>
                  <a:srgbClr val="44724E"/>
                </a:solidFill>
                <a:latin typeface="Arial"/>
                <a:ea typeface="Arial"/>
                <a:cs typeface="Arial"/>
              </a:defRPr>
            </a:lvl3pPr>
            <a:lvl4pPr algn="l">
              <a:defRPr sz="900" b="1">
                <a:solidFill>
                  <a:srgbClr val="44724E"/>
                </a:solidFill>
                <a:latin typeface="Arial"/>
                <a:ea typeface="Arial"/>
                <a:cs typeface="Arial"/>
              </a:defRPr>
            </a:lvl4pPr>
            <a:lvl5pPr algn="l">
              <a:defRPr sz="900" b="1">
                <a:solidFill>
                  <a:srgbClr val="44724E"/>
                </a:solidFill>
                <a:latin typeface="Arial"/>
                <a:ea typeface="Arial"/>
                <a:cs typeface="Arial"/>
              </a:defRPr>
            </a:lvl5pPr>
            <a:lvl6pPr algn="l">
              <a:defRPr sz="900" b="1">
                <a:solidFill>
                  <a:srgbClr val="44724E"/>
                </a:solidFill>
                <a:latin typeface="Arial"/>
                <a:ea typeface="Arial"/>
                <a:cs typeface="Arial"/>
              </a:defRPr>
            </a:lvl6pPr>
            <a:lvl7pPr algn="l">
              <a:defRPr sz="900" b="1">
                <a:solidFill>
                  <a:srgbClr val="44724E"/>
                </a:solidFill>
                <a:latin typeface="Arial"/>
                <a:ea typeface="Arial"/>
                <a:cs typeface="Arial"/>
              </a:defRPr>
            </a:lvl7pPr>
            <a:lvl8pPr algn="l">
              <a:defRPr sz="900" b="1">
                <a:solidFill>
                  <a:srgbClr val="44724E"/>
                </a:solidFill>
                <a:latin typeface="Arial"/>
                <a:ea typeface="Arial"/>
                <a:cs typeface="Arial"/>
              </a:defRPr>
            </a:lvl8pPr>
            <a:lvl9pPr algn="l">
              <a:defRPr sz="900" b="1">
                <a:solidFill>
                  <a:srgbClr val="44724E"/>
                </a:solidFill>
                <a:latin typeface="Arial"/>
                <a:ea typeface="Arial"/>
                <a:cs typeface="Arial"/>
              </a:defRPr>
            </a:lvl9pPr>
          </a:lstStyle>
          <a:p xmlns:a="http://schemas.openxmlformats.org/drawingml/2006/main">
            <a:pPr algn="l">
              <a:defRPr sz="900" b="1">
                <a:solidFill>
                  <a:srgbClr val="44724E"/>
                </a:solidFill>
                <a:latin typeface="Arial"/>
                <a:ea typeface="Arial"/>
                <a:cs typeface="Arial"/>
              </a:defRPr>
            </a:pPr>
            <a:r>
              <a:rPr sz="900" b="1">
                <a:solidFill>
                  <a:srgbClr val="44724E"/>
                </a:solidFill>
                <a:latin typeface="Arial"/>
                <a:ea typeface="Arial"/>
                <a:cs typeface="Arial"/>
              </a:rPr>
              <a:t>RETURNED BY THE SERVICE</a:t>
            </a:r>
          </a:p>
        </p:txBody>
      </p:sp>
      <p:sp>
        <p:nvSpPr>
          <p:cNvPr id="10" name="product-output-title">
            <a:extLst xmlns:a="http://schemas.openxmlformats.org/drawingml/2006/main">
              <a:ext uri="{FF2B5EF4-FFF2-40B4-BE49-F238E27FC236}">
                <a16:creationId xmlns:a16="http://schemas.microsoft.com/office/drawing/2014/main" id="{A32FD07A-AAB0-4F16-AD52-3712B30775A0}"/>
              </a:ext>
            </a:extLst>
          </p:cNvPr>
          <p:cNvSpPr>
            <a:spLocks xmlns:a="http://schemas.openxmlformats.org/drawingml/2006/main" noGrp="1"/>
          </p:cNvSpPr>
          <p:nvPr/>
        </p:nvSpPr>
        <p:spPr>
          <a:xfrm xmlns:a="http://schemas.openxmlformats.org/drawingml/2006/main">
            <a:off x="5876925" y="2819400"/>
            <a:ext cx="50958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0">
                <a:solidFill>
                  <a:srgbClr val="183525"/>
                </a:solidFill>
                <a:latin typeface="Georgia"/>
                <a:ea typeface="Georgia"/>
                <a:cs typeface="Georgia"/>
              </a:defRPr>
            </a:defPPr>
            <a:lvl1pPr algn="l">
              <a:defRPr sz="2250" b="0">
                <a:solidFill>
                  <a:srgbClr val="183525"/>
                </a:solidFill>
                <a:latin typeface="Georgia"/>
                <a:ea typeface="Georgia"/>
                <a:cs typeface="Georgia"/>
              </a:defRPr>
            </a:lvl1pPr>
            <a:lvl2pPr algn="l">
              <a:defRPr sz="2250" b="0">
                <a:solidFill>
                  <a:srgbClr val="183525"/>
                </a:solidFill>
                <a:latin typeface="Georgia"/>
                <a:ea typeface="Georgia"/>
                <a:cs typeface="Georgia"/>
              </a:defRPr>
            </a:lvl2pPr>
            <a:lvl3pPr algn="l">
              <a:defRPr sz="2250" b="0">
                <a:solidFill>
                  <a:srgbClr val="183525"/>
                </a:solidFill>
                <a:latin typeface="Georgia"/>
                <a:ea typeface="Georgia"/>
                <a:cs typeface="Georgia"/>
              </a:defRPr>
            </a:lvl3pPr>
            <a:lvl4pPr algn="l">
              <a:defRPr sz="2250" b="0">
                <a:solidFill>
                  <a:srgbClr val="183525"/>
                </a:solidFill>
                <a:latin typeface="Georgia"/>
                <a:ea typeface="Georgia"/>
                <a:cs typeface="Georgia"/>
              </a:defRPr>
            </a:lvl4pPr>
            <a:lvl5pPr algn="l">
              <a:defRPr sz="2250" b="0">
                <a:solidFill>
                  <a:srgbClr val="183525"/>
                </a:solidFill>
                <a:latin typeface="Georgia"/>
                <a:ea typeface="Georgia"/>
                <a:cs typeface="Georgia"/>
              </a:defRPr>
            </a:lvl5pPr>
            <a:lvl6pPr algn="l">
              <a:defRPr sz="2250" b="0">
                <a:solidFill>
                  <a:srgbClr val="183525"/>
                </a:solidFill>
                <a:latin typeface="Georgia"/>
                <a:ea typeface="Georgia"/>
                <a:cs typeface="Georgia"/>
              </a:defRPr>
            </a:lvl6pPr>
            <a:lvl7pPr algn="l">
              <a:defRPr sz="2250" b="0">
                <a:solidFill>
                  <a:srgbClr val="183525"/>
                </a:solidFill>
                <a:latin typeface="Georgia"/>
                <a:ea typeface="Georgia"/>
                <a:cs typeface="Georgia"/>
              </a:defRPr>
            </a:lvl7pPr>
            <a:lvl8pPr algn="l">
              <a:defRPr sz="2250" b="0">
                <a:solidFill>
                  <a:srgbClr val="183525"/>
                </a:solidFill>
                <a:latin typeface="Georgia"/>
                <a:ea typeface="Georgia"/>
                <a:cs typeface="Georgia"/>
              </a:defRPr>
            </a:lvl8pPr>
            <a:lvl9pPr algn="l">
              <a:defRPr sz="2250" b="0">
                <a:solidFill>
                  <a:srgbClr val="183525"/>
                </a:solidFill>
                <a:latin typeface="Georgia"/>
                <a:ea typeface="Georgia"/>
                <a:cs typeface="Georgia"/>
              </a:defRPr>
            </a:lvl9pPr>
          </a:lstStyle>
          <a:p xmlns:a="http://schemas.openxmlformats.org/drawingml/2006/main">
            <a:pPr algn="l">
              <a:defRPr sz="2250" b="0">
                <a:solidFill>
                  <a:srgbClr val="183525"/>
                </a:solidFill>
                <a:latin typeface="Georgia"/>
                <a:ea typeface="Georgia"/>
                <a:cs typeface="Georgia"/>
              </a:defRPr>
            </a:pPr>
            <a:r>
              <a:rPr sz="2250" b="0">
                <a:solidFill>
                  <a:srgbClr val="183525"/>
                </a:solidFill>
                <a:latin typeface="Georgia"/>
                <a:ea typeface="Georgia"/>
                <a:cs typeface="Georgia"/>
              </a:rPr>
              <a:t>See how it reached the answer</a:t>
            </a:r>
          </a:p>
        </p:txBody>
      </p:sp>
      <p:sp>
        <p:nvSpPr>
          <p:cNvPr id="11" name="product-output-01-number">
            <a:extLst xmlns:a="http://schemas.openxmlformats.org/drawingml/2006/main">
              <a:ext uri="{FF2B5EF4-FFF2-40B4-BE49-F238E27FC236}">
                <a16:creationId xmlns:a16="http://schemas.microsoft.com/office/drawing/2014/main" id="{78F57F26-7B24-4E7A-B24D-59E06EA2AA86}"/>
              </a:ext>
            </a:extLst>
          </p:cNvPr>
          <p:cNvSpPr>
            <a:spLocks xmlns:a="http://schemas.openxmlformats.org/drawingml/2006/main" noGrp="1"/>
          </p:cNvSpPr>
          <p:nvPr/>
        </p:nvSpPr>
        <p:spPr>
          <a:xfrm xmlns:a="http://schemas.openxmlformats.org/drawingml/2006/main">
            <a:off x="5886450" y="3486150"/>
            <a:ext cx="3143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C78A38"/>
                </a:solidFill>
                <a:latin typeface="Arial"/>
                <a:ea typeface="Arial"/>
                <a:cs typeface="Arial"/>
              </a:defRPr>
            </a:defPPr>
            <a:lvl1pPr algn="l">
              <a:defRPr sz="900" b="1">
                <a:solidFill>
                  <a:srgbClr val="C78A38"/>
                </a:solidFill>
                <a:latin typeface="Arial"/>
                <a:ea typeface="Arial"/>
                <a:cs typeface="Arial"/>
              </a:defRPr>
            </a:lvl1pPr>
            <a:lvl2pPr algn="l">
              <a:defRPr sz="900" b="1">
                <a:solidFill>
                  <a:srgbClr val="C78A38"/>
                </a:solidFill>
                <a:latin typeface="Arial"/>
                <a:ea typeface="Arial"/>
                <a:cs typeface="Arial"/>
              </a:defRPr>
            </a:lvl2pPr>
            <a:lvl3pPr algn="l">
              <a:defRPr sz="900" b="1">
                <a:solidFill>
                  <a:srgbClr val="C78A38"/>
                </a:solidFill>
                <a:latin typeface="Arial"/>
                <a:ea typeface="Arial"/>
                <a:cs typeface="Arial"/>
              </a:defRPr>
            </a:lvl3pPr>
            <a:lvl4pPr algn="l">
              <a:defRPr sz="900" b="1">
                <a:solidFill>
                  <a:srgbClr val="C78A38"/>
                </a:solidFill>
                <a:latin typeface="Arial"/>
                <a:ea typeface="Arial"/>
                <a:cs typeface="Arial"/>
              </a:defRPr>
            </a:lvl4pPr>
            <a:lvl5pPr algn="l">
              <a:defRPr sz="900" b="1">
                <a:solidFill>
                  <a:srgbClr val="C78A38"/>
                </a:solidFill>
                <a:latin typeface="Arial"/>
                <a:ea typeface="Arial"/>
                <a:cs typeface="Arial"/>
              </a:defRPr>
            </a:lvl5pPr>
            <a:lvl6pPr algn="l">
              <a:defRPr sz="900" b="1">
                <a:solidFill>
                  <a:srgbClr val="C78A38"/>
                </a:solidFill>
                <a:latin typeface="Arial"/>
                <a:ea typeface="Arial"/>
                <a:cs typeface="Arial"/>
              </a:defRPr>
            </a:lvl6pPr>
            <a:lvl7pPr algn="l">
              <a:defRPr sz="900" b="1">
                <a:solidFill>
                  <a:srgbClr val="C78A38"/>
                </a:solidFill>
                <a:latin typeface="Arial"/>
                <a:ea typeface="Arial"/>
                <a:cs typeface="Arial"/>
              </a:defRPr>
            </a:lvl7pPr>
            <a:lvl8pPr algn="l">
              <a:defRPr sz="900" b="1">
                <a:solidFill>
                  <a:srgbClr val="C78A38"/>
                </a:solidFill>
                <a:latin typeface="Arial"/>
                <a:ea typeface="Arial"/>
                <a:cs typeface="Arial"/>
              </a:defRPr>
            </a:lvl8pPr>
            <a:lvl9pPr algn="l">
              <a:defRPr sz="900" b="1">
                <a:solidFill>
                  <a:srgbClr val="C78A38"/>
                </a:solidFill>
                <a:latin typeface="Arial"/>
                <a:ea typeface="Arial"/>
                <a:cs typeface="Arial"/>
              </a:defRPr>
            </a:lvl9pPr>
          </a:lstStyle>
          <a:p xmlns:a="http://schemas.openxmlformats.org/drawingml/2006/main">
            <a:pPr algn="l">
              <a:defRPr sz="900" b="1">
                <a:solidFill>
                  <a:srgbClr val="C78A38"/>
                </a:solidFill>
                <a:latin typeface="Arial"/>
                <a:ea typeface="Arial"/>
                <a:cs typeface="Arial"/>
              </a:defRPr>
            </a:pPr>
            <a:r>
              <a:rPr sz="900" b="1">
                <a:solidFill>
                  <a:srgbClr val="C78A38"/>
                </a:solidFill>
                <a:latin typeface="Arial"/>
                <a:ea typeface="Arial"/>
                <a:cs typeface="Arial"/>
              </a:rPr>
              <a:t>01</a:t>
            </a:r>
          </a:p>
        </p:txBody>
      </p:sp>
      <p:sp>
        <p:nvSpPr>
          <p:cNvPr id="12" name="product-output-01-title">
            <a:extLst xmlns:a="http://schemas.openxmlformats.org/drawingml/2006/main">
              <a:ext uri="{FF2B5EF4-FFF2-40B4-BE49-F238E27FC236}">
                <a16:creationId xmlns:a16="http://schemas.microsoft.com/office/drawing/2014/main" id="{6B1A8364-45A9-4EC4-9227-088C3B2333FA}"/>
              </a:ext>
            </a:extLst>
          </p:cNvPr>
          <p:cNvSpPr>
            <a:spLocks xmlns:a="http://schemas.openxmlformats.org/drawingml/2006/main" noGrp="1"/>
          </p:cNvSpPr>
          <p:nvPr/>
        </p:nvSpPr>
        <p:spPr>
          <a:xfrm xmlns:a="http://schemas.openxmlformats.org/drawingml/2006/main">
            <a:off x="6315075" y="3486150"/>
            <a:ext cx="1762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274A34"/>
                </a:solidFill>
                <a:latin typeface="Arial"/>
                <a:ea typeface="Arial"/>
                <a:cs typeface="Arial"/>
              </a:defRPr>
            </a:defPPr>
            <a:lvl1pPr algn="l">
              <a:defRPr sz="1200" b="1">
                <a:solidFill>
                  <a:srgbClr val="274A34"/>
                </a:solidFill>
                <a:latin typeface="Arial"/>
                <a:ea typeface="Arial"/>
                <a:cs typeface="Arial"/>
              </a:defRPr>
            </a:lvl1pPr>
            <a:lvl2pPr algn="l">
              <a:defRPr sz="1200" b="1">
                <a:solidFill>
                  <a:srgbClr val="274A34"/>
                </a:solidFill>
                <a:latin typeface="Arial"/>
                <a:ea typeface="Arial"/>
                <a:cs typeface="Arial"/>
              </a:defRPr>
            </a:lvl2pPr>
            <a:lvl3pPr algn="l">
              <a:defRPr sz="1200" b="1">
                <a:solidFill>
                  <a:srgbClr val="274A34"/>
                </a:solidFill>
                <a:latin typeface="Arial"/>
                <a:ea typeface="Arial"/>
                <a:cs typeface="Arial"/>
              </a:defRPr>
            </a:lvl3pPr>
            <a:lvl4pPr algn="l">
              <a:defRPr sz="1200" b="1">
                <a:solidFill>
                  <a:srgbClr val="274A34"/>
                </a:solidFill>
                <a:latin typeface="Arial"/>
                <a:ea typeface="Arial"/>
                <a:cs typeface="Arial"/>
              </a:defRPr>
            </a:lvl4pPr>
            <a:lvl5pPr algn="l">
              <a:defRPr sz="1200" b="1">
                <a:solidFill>
                  <a:srgbClr val="274A34"/>
                </a:solidFill>
                <a:latin typeface="Arial"/>
                <a:ea typeface="Arial"/>
                <a:cs typeface="Arial"/>
              </a:defRPr>
            </a:lvl5pPr>
            <a:lvl6pPr algn="l">
              <a:defRPr sz="1200" b="1">
                <a:solidFill>
                  <a:srgbClr val="274A34"/>
                </a:solidFill>
                <a:latin typeface="Arial"/>
                <a:ea typeface="Arial"/>
                <a:cs typeface="Arial"/>
              </a:defRPr>
            </a:lvl6pPr>
            <a:lvl7pPr algn="l">
              <a:defRPr sz="1200" b="1">
                <a:solidFill>
                  <a:srgbClr val="274A34"/>
                </a:solidFill>
                <a:latin typeface="Arial"/>
                <a:ea typeface="Arial"/>
                <a:cs typeface="Arial"/>
              </a:defRPr>
            </a:lvl7pPr>
            <a:lvl8pPr algn="l">
              <a:defRPr sz="1200" b="1">
                <a:solidFill>
                  <a:srgbClr val="274A34"/>
                </a:solidFill>
                <a:latin typeface="Arial"/>
                <a:ea typeface="Arial"/>
                <a:cs typeface="Arial"/>
              </a:defRPr>
            </a:lvl8pPr>
            <a:lvl9pPr algn="l">
              <a:defRPr sz="1200" b="1">
                <a:solidFill>
                  <a:srgbClr val="274A34"/>
                </a:solidFill>
                <a:latin typeface="Arial"/>
                <a:ea typeface="Arial"/>
                <a:cs typeface="Arial"/>
              </a:defRPr>
            </a:lvl9pPr>
          </a:lstStyle>
          <a:p xmlns:a="http://schemas.openxmlformats.org/drawingml/2006/main">
            <a:pPr algn="l">
              <a:defRPr sz="1200" b="1">
                <a:solidFill>
                  <a:srgbClr val="274A34"/>
                </a:solidFill>
                <a:latin typeface="Arial"/>
                <a:ea typeface="Arial"/>
                <a:cs typeface="Arial"/>
              </a:defRPr>
            </a:pPr>
            <a:r>
              <a:rPr sz="1200" b="1">
                <a:solidFill>
                  <a:srgbClr val="274A34"/>
                </a:solidFill>
                <a:latin typeface="Arial"/>
                <a:ea typeface="Arial"/>
                <a:cs typeface="Arial"/>
              </a:rPr>
              <a:t>Computed outcome</a:t>
            </a:r>
          </a:p>
        </p:txBody>
      </p:sp>
      <p:sp>
        <p:nvSpPr>
          <p:cNvPr id="13" name="product-output-01-body">
            <a:extLst xmlns:a="http://schemas.openxmlformats.org/drawingml/2006/main">
              <a:ext uri="{FF2B5EF4-FFF2-40B4-BE49-F238E27FC236}">
                <a16:creationId xmlns:a16="http://schemas.microsoft.com/office/drawing/2014/main" id="{BB18A75F-BAC3-4D56-A5FB-B51D979B2B2A}"/>
              </a:ext>
            </a:extLst>
          </p:cNvPr>
          <p:cNvSpPr>
            <a:spLocks xmlns:a="http://schemas.openxmlformats.org/drawingml/2006/main" noGrp="1"/>
          </p:cNvSpPr>
          <p:nvPr/>
        </p:nvSpPr>
        <p:spPr>
          <a:xfrm xmlns:a="http://schemas.openxmlformats.org/drawingml/2006/main">
            <a:off x="8105775" y="34861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69766B"/>
                </a:solidFill>
                <a:latin typeface="Arial"/>
                <a:ea typeface="Arial"/>
                <a:cs typeface="Arial"/>
              </a:defRPr>
            </a:defPPr>
            <a:lvl1pPr algn="l">
              <a:defRPr sz="1050" b="0">
                <a:solidFill>
                  <a:srgbClr val="69766B"/>
                </a:solidFill>
                <a:latin typeface="Arial"/>
                <a:ea typeface="Arial"/>
                <a:cs typeface="Arial"/>
              </a:defRPr>
            </a:lvl1pPr>
            <a:lvl2pPr algn="l">
              <a:defRPr sz="1050" b="0">
                <a:solidFill>
                  <a:srgbClr val="69766B"/>
                </a:solidFill>
                <a:latin typeface="Arial"/>
                <a:ea typeface="Arial"/>
                <a:cs typeface="Arial"/>
              </a:defRPr>
            </a:lvl2pPr>
            <a:lvl3pPr algn="l">
              <a:defRPr sz="1050" b="0">
                <a:solidFill>
                  <a:srgbClr val="69766B"/>
                </a:solidFill>
                <a:latin typeface="Arial"/>
                <a:ea typeface="Arial"/>
                <a:cs typeface="Arial"/>
              </a:defRPr>
            </a:lvl3pPr>
            <a:lvl4pPr algn="l">
              <a:defRPr sz="1050" b="0">
                <a:solidFill>
                  <a:srgbClr val="69766B"/>
                </a:solidFill>
                <a:latin typeface="Arial"/>
                <a:ea typeface="Arial"/>
                <a:cs typeface="Arial"/>
              </a:defRPr>
            </a:lvl4pPr>
            <a:lvl5pPr algn="l">
              <a:defRPr sz="1050" b="0">
                <a:solidFill>
                  <a:srgbClr val="69766B"/>
                </a:solidFill>
                <a:latin typeface="Arial"/>
                <a:ea typeface="Arial"/>
                <a:cs typeface="Arial"/>
              </a:defRPr>
            </a:lvl5pPr>
            <a:lvl6pPr algn="l">
              <a:defRPr sz="1050" b="0">
                <a:solidFill>
                  <a:srgbClr val="69766B"/>
                </a:solidFill>
                <a:latin typeface="Arial"/>
                <a:ea typeface="Arial"/>
                <a:cs typeface="Arial"/>
              </a:defRPr>
            </a:lvl6pPr>
            <a:lvl7pPr algn="l">
              <a:defRPr sz="1050" b="0">
                <a:solidFill>
                  <a:srgbClr val="69766B"/>
                </a:solidFill>
                <a:latin typeface="Arial"/>
                <a:ea typeface="Arial"/>
                <a:cs typeface="Arial"/>
              </a:defRPr>
            </a:lvl7pPr>
            <a:lvl8pPr algn="l">
              <a:defRPr sz="1050" b="0">
                <a:solidFill>
                  <a:srgbClr val="69766B"/>
                </a:solidFill>
                <a:latin typeface="Arial"/>
                <a:ea typeface="Arial"/>
                <a:cs typeface="Arial"/>
              </a:defRPr>
            </a:lvl8pPr>
            <a:lvl9pPr algn="l">
              <a:defRPr sz="1050" b="0">
                <a:solidFill>
                  <a:srgbClr val="69766B"/>
                </a:solidFill>
                <a:latin typeface="Arial"/>
                <a:ea typeface="Arial"/>
                <a:cs typeface="Arial"/>
              </a:defRPr>
            </a:lvl9pPr>
          </a:lstStyle>
          <a:p xmlns:a="http://schemas.openxmlformats.org/drawingml/2006/main">
            <a:pPr algn="l">
              <a:defRPr sz="1050" b="0">
                <a:solidFill>
                  <a:srgbClr val="69766B"/>
                </a:solidFill>
                <a:latin typeface="Arial"/>
                <a:ea typeface="Arial"/>
                <a:cs typeface="Arial"/>
              </a:defRPr>
            </a:pPr>
            <a:r>
              <a:rPr sz="1050" b="0">
                <a:solidFill>
                  <a:srgbClr val="69766B"/>
                </a:solidFill>
                <a:latin typeface="Arial"/>
                <a:ea typeface="Arial"/>
                <a:cs typeface="Arial"/>
              </a:rPr>
              <a:t>Sell, hold, split or no recommendation</a:t>
            </a:r>
          </a:p>
        </p:txBody>
      </p:sp>
      <p:sp>
        <p:nvSpPr>
          <p:cNvPr id="14" name="product-output-01-rule">
            <a:extLst xmlns:a="http://schemas.openxmlformats.org/drawingml/2006/main">
              <a:ext uri="{FF2B5EF4-FFF2-40B4-BE49-F238E27FC236}">
                <a16:creationId xmlns:a16="http://schemas.microsoft.com/office/drawing/2014/main" id="{26BAF3DD-0F73-494A-892D-0EB1D368551A}"/>
              </a:ext>
            </a:extLst>
          </p:cNvPr>
          <p:cNvSpPr>
            <a:spLocks xmlns:a="http://schemas.openxmlformats.org/drawingml/2006/main" noGrp="1"/>
          </p:cNvSpPr>
          <p:nvPr/>
        </p:nvSpPr>
        <p:spPr>
          <a:xfrm xmlns:a="http://schemas.openxmlformats.org/drawingml/2006/main">
            <a:off x="5886450" y="3905250"/>
            <a:ext cx="53721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15" name="product-output-02-number">
            <a:extLst xmlns:a="http://schemas.openxmlformats.org/drawingml/2006/main">
              <a:ext uri="{FF2B5EF4-FFF2-40B4-BE49-F238E27FC236}">
                <a16:creationId xmlns:a16="http://schemas.microsoft.com/office/drawing/2014/main" id="{FCDB2229-F2FF-46AF-BF95-9B0C9C22A106}"/>
              </a:ext>
            </a:extLst>
          </p:cNvPr>
          <p:cNvSpPr>
            <a:spLocks xmlns:a="http://schemas.openxmlformats.org/drawingml/2006/main" noGrp="1"/>
          </p:cNvSpPr>
          <p:nvPr/>
        </p:nvSpPr>
        <p:spPr>
          <a:xfrm xmlns:a="http://schemas.openxmlformats.org/drawingml/2006/main">
            <a:off x="5886450" y="4086225"/>
            <a:ext cx="3143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C78A38"/>
                </a:solidFill>
                <a:latin typeface="Arial"/>
                <a:ea typeface="Arial"/>
                <a:cs typeface="Arial"/>
              </a:defRPr>
            </a:defPPr>
            <a:lvl1pPr algn="l">
              <a:defRPr sz="900" b="1">
                <a:solidFill>
                  <a:srgbClr val="C78A38"/>
                </a:solidFill>
                <a:latin typeface="Arial"/>
                <a:ea typeface="Arial"/>
                <a:cs typeface="Arial"/>
              </a:defRPr>
            </a:lvl1pPr>
            <a:lvl2pPr algn="l">
              <a:defRPr sz="900" b="1">
                <a:solidFill>
                  <a:srgbClr val="C78A38"/>
                </a:solidFill>
                <a:latin typeface="Arial"/>
                <a:ea typeface="Arial"/>
                <a:cs typeface="Arial"/>
              </a:defRPr>
            </a:lvl2pPr>
            <a:lvl3pPr algn="l">
              <a:defRPr sz="900" b="1">
                <a:solidFill>
                  <a:srgbClr val="C78A38"/>
                </a:solidFill>
                <a:latin typeface="Arial"/>
                <a:ea typeface="Arial"/>
                <a:cs typeface="Arial"/>
              </a:defRPr>
            </a:lvl3pPr>
            <a:lvl4pPr algn="l">
              <a:defRPr sz="900" b="1">
                <a:solidFill>
                  <a:srgbClr val="C78A38"/>
                </a:solidFill>
                <a:latin typeface="Arial"/>
                <a:ea typeface="Arial"/>
                <a:cs typeface="Arial"/>
              </a:defRPr>
            </a:lvl4pPr>
            <a:lvl5pPr algn="l">
              <a:defRPr sz="900" b="1">
                <a:solidFill>
                  <a:srgbClr val="C78A38"/>
                </a:solidFill>
                <a:latin typeface="Arial"/>
                <a:ea typeface="Arial"/>
                <a:cs typeface="Arial"/>
              </a:defRPr>
            </a:lvl5pPr>
            <a:lvl6pPr algn="l">
              <a:defRPr sz="900" b="1">
                <a:solidFill>
                  <a:srgbClr val="C78A38"/>
                </a:solidFill>
                <a:latin typeface="Arial"/>
                <a:ea typeface="Arial"/>
                <a:cs typeface="Arial"/>
              </a:defRPr>
            </a:lvl6pPr>
            <a:lvl7pPr algn="l">
              <a:defRPr sz="900" b="1">
                <a:solidFill>
                  <a:srgbClr val="C78A38"/>
                </a:solidFill>
                <a:latin typeface="Arial"/>
                <a:ea typeface="Arial"/>
                <a:cs typeface="Arial"/>
              </a:defRPr>
            </a:lvl7pPr>
            <a:lvl8pPr algn="l">
              <a:defRPr sz="900" b="1">
                <a:solidFill>
                  <a:srgbClr val="C78A38"/>
                </a:solidFill>
                <a:latin typeface="Arial"/>
                <a:ea typeface="Arial"/>
                <a:cs typeface="Arial"/>
              </a:defRPr>
            </a:lvl8pPr>
            <a:lvl9pPr algn="l">
              <a:defRPr sz="900" b="1">
                <a:solidFill>
                  <a:srgbClr val="C78A38"/>
                </a:solidFill>
                <a:latin typeface="Arial"/>
                <a:ea typeface="Arial"/>
                <a:cs typeface="Arial"/>
              </a:defRPr>
            </a:lvl9pPr>
          </a:lstStyle>
          <a:p xmlns:a="http://schemas.openxmlformats.org/drawingml/2006/main">
            <a:pPr algn="l">
              <a:defRPr sz="900" b="1">
                <a:solidFill>
                  <a:srgbClr val="C78A38"/>
                </a:solidFill>
                <a:latin typeface="Arial"/>
                <a:ea typeface="Arial"/>
                <a:cs typeface="Arial"/>
              </a:defRPr>
            </a:pPr>
            <a:r>
              <a:rPr sz="900" b="1">
                <a:solidFill>
                  <a:srgbClr val="C78A38"/>
                </a:solidFill>
                <a:latin typeface="Arial"/>
                <a:ea typeface="Arial"/>
                <a:cs typeface="Arial"/>
              </a:rPr>
              <a:t>02</a:t>
            </a:r>
          </a:p>
        </p:txBody>
      </p:sp>
      <p:sp>
        <p:nvSpPr>
          <p:cNvPr id="16" name="product-output-02-title">
            <a:extLst xmlns:a="http://schemas.openxmlformats.org/drawingml/2006/main">
              <a:ext uri="{FF2B5EF4-FFF2-40B4-BE49-F238E27FC236}">
                <a16:creationId xmlns:a16="http://schemas.microsoft.com/office/drawing/2014/main" id="{304F78E8-04F9-4F34-BA48-839C4AEEC4C4}"/>
              </a:ext>
            </a:extLst>
          </p:cNvPr>
          <p:cNvSpPr>
            <a:spLocks xmlns:a="http://schemas.openxmlformats.org/drawingml/2006/main" noGrp="1"/>
          </p:cNvSpPr>
          <p:nvPr/>
        </p:nvSpPr>
        <p:spPr>
          <a:xfrm xmlns:a="http://schemas.openxmlformats.org/drawingml/2006/main">
            <a:off x="6315075" y="4086225"/>
            <a:ext cx="1762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274A34"/>
                </a:solidFill>
                <a:latin typeface="Arial"/>
                <a:ea typeface="Arial"/>
                <a:cs typeface="Arial"/>
              </a:defRPr>
            </a:defPPr>
            <a:lvl1pPr algn="l">
              <a:defRPr sz="1200" b="1">
                <a:solidFill>
                  <a:srgbClr val="274A34"/>
                </a:solidFill>
                <a:latin typeface="Arial"/>
                <a:ea typeface="Arial"/>
                <a:cs typeface="Arial"/>
              </a:defRPr>
            </a:lvl1pPr>
            <a:lvl2pPr algn="l">
              <a:defRPr sz="1200" b="1">
                <a:solidFill>
                  <a:srgbClr val="274A34"/>
                </a:solidFill>
                <a:latin typeface="Arial"/>
                <a:ea typeface="Arial"/>
                <a:cs typeface="Arial"/>
              </a:defRPr>
            </a:lvl2pPr>
            <a:lvl3pPr algn="l">
              <a:defRPr sz="1200" b="1">
                <a:solidFill>
                  <a:srgbClr val="274A34"/>
                </a:solidFill>
                <a:latin typeface="Arial"/>
                <a:ea typeface="Arial"/>
                <a:cs typeface="Arial"/>
              </a:defRPr>
            </a:lvl3pPr>
            <a:lvl4pPr algn="l">
              <a:defRPr sz="1200" b="1">
                <a:solidFill>
                  <a:srgbClr val="274A34"/>
                </a:solidFill>
                <a:latin typeface="Arial"/>
                <a:ea typeface="Arial"/>
                <a:cs typeface="Arial"/>
              </a:defRPr>
            </a:lvl4pPr>
            <a:lvl5pPr algn="l">
              <a:defRPr sz="1200" b="1">
                <a:solidFill>
                  <a:srgbClr val="274A34"/>
                </a:solidFill>
                <a:latin typeface="Arial"/>
                <a:ea typeface="Arial"/>
                <a:cs typeface="Arial"/>
              </a:defRPr>
            </a:lvl5pPr>
            <a:lvl6pPr algn="l">
              <a:defRPr sz="1200" b="1">
                <a:solidFill>
                  <a:srgbClr val="274A34"/>
                </a:solidFill>
                <a:latin typeface="Arial"/>
                <a:ea typeface="Arial"/>
                <a:cs typeface="Arial"/>
              </a:defRPr>
            </a:lvl6pPr>
            <a:lvl7pPr algn="l">
              <a:defRPr sz="1200" b="1">
                <a:solidFill>
                  <a:srgbClr val="274A34"/>
                </a:solidFill>
                <a:latin typeface="Arial"/>
                <a:ea typeface="Arial"/>
                <a:cs typeface="Arial"/>
              </a:defRPr>
            </a:lvl7pPr>
            <a:lvl8pPr algn="l">
              <a:defRPr sz="1200" b="1">
                <a:solidFill>
                  <a:srgbClr val="274A34"/>
                </a:solidFill>
                <a:latin typeface="Arial"/>
                <a:ea typeface="Arial"/>
                <a:cs typeface="Arial"/>
              </a:defRPr>
            </a:lvl8pPr>
            <a:lvl9pPr algn="l">
              <a:defRPr sz="1200" b="1">
                <a:solidFill>
                  <a:srgbClr val="274A34"/>
                </a:solidFill>
                <a:latin typeface="Arial"/>
                <a:ea typeface="Arial"/>
                <a:cs typeface="Arial"/>
              </a:defRPr>
            </a:lvl9pPr>
          </a:lstStyle>
          <a:p xmlns:a="http://schemas.openxmlformats.org/drawingml/2006/main">
            <a:pPr algn="l">
              <a:defRPr sz="1200" b="1">
                <a:solidFill>
                  <a:srgbClr val="274A34"/>
                </a:solidFill>
                <a:latin typeface="Arial"/>
                <a:ea typeface="Arial"/>
                <a:cs typeface="Arial"/>
              </a:defRPr>
            </a:pPr>
            <a:r>
              <a:rPr sz="1200" b="1">
                <a:solidFill>
                  <a:srgbClr val="274A34"/>
                </a:solidFill>
                <a:latin typeface="Arial"/>
                <a:ea typeface="Arial"/>
                <a:cs typeface="Arial"/>
              </a:rPr>
              <a:t>Price band</a:t>
            </a:r>
          </a:p>
        </p:txBody>
      </p:sp>
      <p:sp>
        <p:nvSpPr>
          <p:cNvPr id="17" name="product-output-02-body">
            <a:extLst xmlns:a="http://schemas.openxmlformats.org/drawingml/2006/main">
              <a:ext uri="{FF2B5EF4-FFF2-40B4-BE49-F238E27FC236}">
                <a16:creationId xmlns:a16="http://schemas.microsoft.com/office/drawing/2014/main" id="{85C0D5B7-A472-4B81-8483-D89D71B403F4}"/>
              </a:ext>
            </a:extLst>
          </p:cNvPr>
          <p:cNvSpPr>
            <a:spLocks xmlns:a="http://schemas.openxmlformats.org/drawingml/2006/main" noGrp="1"/>
          </p:cNvSpPr>
          <p:nvPr/>
        </p:nvSpPr>
        <p:spPr>
          <a:xfrm xmlns:a="http://schemas.openxmlformats.org/drawingml/2006/main">
            <a:off x="8105775" y="408622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69766B"/>
                </a:solidFill>
                <a:latin typeface="Arial"/>
                <a:ea typeface="Arial"/>
                <a:cs typeface="Arial"/>
              </a:defRPr>
            </a:defPPr>
            <a:lvl1pPr algn="l">
              <a:defRPr sz="1050" b="0">
                <a:solidFill>
                  <a:srgbClr val="69766B"/>
                </a:solidFill>
                <a:latin typeface="Arial"/>
                <a:ea typeface="Arial"/>
                <a:cs typeface="Arial"/>
              </a:defRPr>
            </a:lvl1pPr>
            <a:lvl2pPr algn="l">
              <a:defRPr sz="1050" b="0">
                <a:solidFill>
                  <a:srgbClr val="69766B"/>
                </a:solidFill>
                <a:latin typeface="Arial"/>
                <a:ea typeface="Arial"/>
                <a:cs typeface="Arial"/>
              </a:defRPr>
            </a:lvl2pPr>
            <a:lvl3pPr algn="l">
              <a:defRPr sz="1050" b="0">
                <a:solidFill>
                  <a:srgbClr val="69766B"/>
                </a:solidFill>
                <a:latin typeface="Arial"/>
                <a:ea typeface="Arial"/>
                <a:cs typeface="Arial"/>
              </a:defRPr>
            </a:lvl3pPr>
            <a:lvl4pPr algn="l">
              <a:defRPr sz="1050" b="0">
                <a:solidFill>
                  <a:srgbClr val="69766B"/>
                </a:solidFill>
                <a:latin typeface="Arial"/>
                <a:ea typeface="Arial"/>
                <a:cs typeface="Arial"/>
              </a:defRPr>
            </a:lvl4pPr>
            <a:lvl5pPr algn="l">
              <a:defRPr sz="1050" b="0">
                <a:solidFill>
                  <a:srgbClr val="69766B"/>
                </a:solidFill>
                <a:latin typeface="Arial"/>
                <a:ea typeface="Arial"/>
                <a:cs typeface="Arial"/>
              </a:defRPr>
            </a:lvl5pPr>
            <a:lvl6pPr algn="l">
              <a:defRPr sz="1050" b="0">
                <a:solidFill>
                  <a:srgbClr val="69766B"/>
                </a:solidFill>
                <a:latin typeface="Arial"/>
                <a:ea typeface="Arial"/>
                <a:cs typeface="Arial"/>
              </a:defRPr>
            </a:lvl6pPr>
            <a:lvl7pPr algn="l">
              <a:defRPr sz="1050" b="0">
                <a:solidFill>
                  <a:srgbClr val="69766B"/>
                </a:solidFill>
                <a:latin typeface="Arial"/>
                <a:ea typeface="Arial"/>
                <a:cs typeface="Arial"/>
              </a:defRPr>
            </a:lvl7pPr>
            <a:lvl8pPr algn="l">
              <a:defRPr sz="1050" b="0">
                <a:solidFill>
                  <a:srgbClr val="69766B"/>
                </a:solidFill>
                <a:latin typeface="Arial"/>
                <a:ea typeface="Arial"/>
                <a:cs typeface="Arial"/>
              </a:defRPr>
            </a:lvl8pPr>
            <a:lvl9pPr algn="l">
              <a:defRPr sz="1050" b="0">
                <a:solidFill>
                  <a:srgbClr val="69766B"/>
                </a:solidFill>
                <a:latin typeface="Arial"/>
                <a:ea typeface="Arial"/>
                <a:cs typeface="Arial"/>
              </a:defRPr>
            </a:lvl9pPr>
          </a:lstStyle>
          <a:p xmlns:a="http://schemas.openxmlformats.org/drawingml/2006/main">
            <a:pPr algn="l">
              <a:defRPr sz="1050" b="0">
                <a:solidFill>
                  <a:srgbClr val="69766B"/>
                </a:solidFill>
                <a:latin typeface="Arial"/>
                <a:ea typeface="Arial"/>
                <a:cs typeface="Arial"/>
              </a:defRPr>
            </a:pPr>
            <a:r>
              <a:rPr sz="1050" b="0">
                <a:solidFill>
                  <a:srgbClr val="69766B"/>
                </a:solidFill>
                <a:latin typeface="Arial"/>
                <a:ea typeface="Arial"/>
                <a:cs typeface="Arial"/>
              </a:rPr>
              <a:t>P10, P50 and P90 per 90 kg bag</a:t>
            </a:r>
          </a:p>
        </p:txBody>
      </p:sp>
      <p:sp>
        <p:nvSpPr>
          <p:cNvPr id="18" name="product-output-02-rule">
            <a:extLst xmlns:a="http://schemas.openxmlformats.org/drawingml/2006/main">
              <a:ext uri="{FF2B5EF4-FFF2-40B4-BE49-F238E27FC236}">
                <a16:creationId xmlns:a16="http://schemas.microsoft.com/office/drawing/2014/main" id="{472722C9-9A14-4782-BFA3-403338EEB79B}"/>
              </a:ext>
            </a:extLst>
          </p:cNvPr>
          <p:cNvSpPr>
            <a:spLocks xmlns:a="http://schemas.openxmlformats.org/drawingml/2006/main" noGrp="1"/>
          </p:cNvSpPr>
          <p:nvPr/>
        </p:nvSpPr>
        <p:spPr>
          <a:xfrm xmlns:a="http://schemas.openxmlformats.org/drawingml/2006/main">
            <a:off x="5886450" y="4505325"/>
            <a:ext cx="53721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19" name="product-output-03-number">
            <a:extLst xmlns:a="http://schemas.openxmlformats.org/drawingml/2006/main">
              <a:ext uri="{FF2B5EF4-FFF2-40B4-BE49-F238E27FC236}">
                <a16:creationId xmlns:a16="http://schemas.microsoft.com/office/drawing/2014/main" id="{D3D53AFB-8673-418F-8193-B03F6D5B68DC}"/>
              </a:ext>
            </a:extLst>
          </p:cNvPr>
          <p:cNvSpPr>
            <a:spLocks xmlns:a="http://schemas.openxmlformats.org/drawingml/2006/main" noGrp="1"/>
          </p:cNvSpPr>
          <p:nvPr/>
        </p:nvSpPr>
        <p:spPr>
          <a:xfrm xmlns:a="http://schemas.openxmlformats.org/drawingml/2006/main">
            <a:off x="5886450" y="4686300"/>
            <a:ext cx="3143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C78A38"/>
                </a:solidFill>
                <a:latin typeface="Arial"/>
                <a:ea typeface="Arial"/>
                <a:cs typeface="Arial"/>
              </a:defRPr>
            </a:defPPr>
            <a:lvl1pPr algn="l">
              <a:defRPr sz="900" b="1">
                <a:solidFill>
                  <a:srgbClr val="C78A38"/>
                </a:solidFill>
                <a:latin typeface="Arial"/>
                <a:ea typeface="Arial"/>
                <a:cs typeface="Arial"/>
              </a:defRPr>
            </a:lvl1pPr>
            <a:lvl2pPr algn="l">
              <a:defRPr sz="900" b="1">
                <a:solidFill>
                  <a:srgbClr val="C78A38"/>
                </a:solidFill>
                <a:latin typeface="Arial"/>
                <a:ea typeface="Arial"/>
                <a:cs typeface="Arial"/>
              </a:defRPr>
            </a:lvl2pPr>
            <a:lvl3pPr algn="l">
              <a:defRPr sz="900" b="1">
                <a:solidFill>
                  <a:srgbClr val="C78A38"/>
                </a:solidFill>
                <a:latin typeface="Arial"/>
                <a:ea typeface="Arial"/>
                <a:cs typeface="Arial"/>
              </a:defRPr>
            </a:lvl3pPr>
            <a:lvl4pPr algn="l">
              <a:defRPr sz="900" b="1">
                <a:solidFill>
                  <a:srgbClr val="C78A38"/>
                </a:solidFill>
                <a:latin typeface="Arial"/>
                <a:ea typeface="Arial"/>
                <a:cs typeface="Arial"/>
              </a:defRPr>
            </a:lvl4pPr>
            <a:lvl5pPr algn="l">
              <a:defRPr sz="900" b="1">
                <a:solidFill>
                  <a:srgbClr val="C78A38"/>
                </a:solidFill>
                <a:latin typeface="Arial"/>
                <a:ea typeface="Arial"/>
                <a:cs typeface="Arial"/>
              </a:defRPr>
            </a:lvl5pPr>
            <a:lvl6pPr algn="l">
              <a:defRPr sz="900" b="1">
                <a:solidFill>
                  <a:srgbClr val="C78A38"/>
                </a:solidFill>
                <a:latin typeface="Arial"/>
                <a:ea typeface="Arial"/>
                <a:cs typeface="Arial"/>
              </a:defRPr>
            </a:lvl6pPr>
            <a:lvl7pPr algn="l">
              <a:defRPr sz="900" b="1">
                <a:solidFill>
                  <a:srgbClr val="C78A38"/>
                </a:solidFill>
                <a:latin typeface="Arial"/>
                <a:ea typeface="Arial"/>
                <a:cs typeface="Arial"/>
              </a:defRPr>
            </a:lvl7pPr>
            <a:lvl8pPr algn="l">
              <a:defRPr sz="900" b="1">
                <a:solidFill>
                  <a:srgbClr val="C78A38"/>
                </a:solidFill>
                <a:latin typeface="Arial"/>
                <a:ea typeface="Arial"/>
                <a:cs typeface="Arial"/>
              </a:defRPr>
            </a:lvl8pPr>
            <a:lvl9pPr algn="l">
              <a:defRPr sz="900" b="1">
                <a:solidFill>
                  <a:srgbClr val="C78A38"/>
                </a:solidFill>
                <a:latin typeface="Arial"/>
                <a:ea typeface="Arial"/>
                <a:cs typeface="Arial"/>
              </a:defRPr>
            </a:lvl9pPr>
          </a:lstStyle>
          <a:p xmlns:a="http://schemas.openxmlformats.org/drawingml/2006/main">
            <a:pPr algn="l">
              <a:defRPr sz="900" b="1">
                <a:solidFill>
                  <a:srgbClr val="C78A38"/>
                </a:solidFill>
                <a:latin typeface="Arial"/>
                <a:ea typeface="Arial"/>
                <a:cs typeface="Arial"/>
              </a:defRPr>
            </a:pPr>
            <a:r>
              <a:rPr sz="900" b="1">
                <a:solidFill>
                  <a:srgbClr val="C78A38"/>
                </a:solidFill>
                <a:latin typeface="Arial"/>
                <a:ea typeface="Arial"/>
                <a:cs typeface="Arial"/>
              </a:rPr>
              <a:t>03</a:t>
            </a:r>
          </a:p>
        </p:txBody>
      </p:sp>
      <p:sp>
        <p:nvSpPr>
          <p:cNvPr id="20" name="product-output-03-title">
            <a:extLst xmlns:a="http://schemas.openxmlformats.org/drawingml/2006/main">
              <a:ext uri="{FF2B5EF4-FFF2-40B4-BE49-F238E27FC236}">
                <a16:creationId xmlns:a16="http://schemas.microsoft.com/office/drawing/2014/main" id="{8A8CB777-0CA7-452F-9821-0321648E3FC3}"/>
              </a:ext>
            </a:extLst>
          </p:cNvPr>
          <p:cNvSpPr>
            <a:spLocks xmlns:a="http://schemas.openxmlformats.org/drawingml/2006/main" noGrp="1"/>
          </p:cNvSpPr>
          <p:nvPr/>
        </p:nvSpPr>
        <p:spPr>
          <a:xfrm xmlns:a="http://schemas.openxmlformats.org/drawingml/2006/main">
            <a:off x="6315075" y="4686300"/>
            <a:ext cx="1762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274A34"/>
                </a:solidFill>
                <a:latin typeface="Arial"/>
                <a:ea typeface="Arial"/>
                <a:cs typeface="Arial"/>
              </a:defRPr>
            </a:defPPr>
            <a:lvl1pPr algn="l">
              <a:defRPr sz="1200" b="1">
                <a:solidFill>
                  <a:srgbClr val="274A34"/>
                </a:solidFill>
                <a:latin typeface="Arial"/>
                <a:ea typeface="Arial"/>
                <a:cs typeface="Arial"/>
              </a:defRPr>
            </a:lvl1pPr>
            <a:lvl2pPr algn="l">
              <a:defRPr sz="1200" b="1">
                <a:solidFill>
                  <a:srgbClr val="274A34"/>
                </a:solidFill>
                <a:latin typeface="Arial"/>
                <a:ea typeface="Arial"/>
                <a:cs typeface="Arial"/>
              </a:defRPr>
            </a:lvl2pPr>
            <a:lvl3pPr algn="l">
              <a:defRPr sz="1200" b="1">
                <a:solidFill>
                  <a:srgbClr val="274A34"/>
                </a:solidFill>
                <a:latin typeface="Arial"/>
                <a:ea typeface="Arial"/>
                <a:cs typeface="Arial"/>
              </a:defRPr>
            </a:lvl3pPr>
            <a:lvl4pPr algn="l">
              <a:defRPr sz="1200" b="1">
                <a:solidFill>
                  <a:srgbClr val="274A34"/>
                </a:solidFill>
                <a:latin typeface="Arial"/>
                <a:ea typeface="Arial"/>
                <a:cs typeface="Arial"/>
              </a:defRPr>
            </a:lvl4pPr>
            <a:lvl5pPr algn="l">
              <a:defRPr sz="1200" b="1">
                <a:solidFill>
                  <a:srgbClr val="274A34"/>
                </a:solidFill>
                <a:latin typeface="Arial"/>
                <a:ea typeface="Arial"/>
                <a:cs typeface="Arial"/>
              </a:defRPr>
            </a:lvl5pPr>
            <a:lvl6pPr algn="l">
              <a:defRPr sz="1200" b="1">
                <a:solidFill>
                  <a:srgbClr val="274A34"/>
                </a:solidFill>
                <a:latin typeface="Arial"/>
                <a:ea typeface="Arial"/>
                <a:cs typeface="Arial"/>
              </a:defRPr>
            </a:lvl6pPr>
            <a:lvl7pPr algn="l">
              <a:defRPr sz="1200" b="1">
                <a:solidFill>
                  <a:srgbClr val="274A34"/>
                </a:solidFill>
                <a:latin typeface="Arial"/>
                <a:ea typeface="Arial"/>
                <a:cs typeface="Arial"/>
              </a:defRPr>
            </a:lvl7pPr>
            <a:lvl8pPr algn="l">
              <a:defRPr sz="1200" b="1">
                <a:solidFill>
                  <a:srgbClr val="274A34"/>
                </a:solidFill>
                <a:latin typeface="Arial"/>
                <a:ea typeface="Arial"/>
                <a:cs typeface="Arial"/>
              </a:defRPr>
            </a:lvl8pPr>
            <a:lvl9pPr algn="l">
              <a:defRPr sz="1200" b="1">
                <a:solidFill>
                  <a:srgbClr val="274A34"/>
                </a:solidFill>
                <a:latin typeface="Arial"/>
                <a:ea typeface="Arial"/>
                <a:cs typeface="Arial"/>
              </a:defRPr>
            </a:lvl9pPr>
          </a:lstStyle>
          <a:p xmlns:a="http://schemas.openxmlformats.org/drawingml/2006/main">
            <a:pPr algn="l">
              <a:defRPr sz="1200" b="1">
                <a:solidFill>
                  <a:srgbClr val="274A34"/>
                </a:solidFill>
                <a:latin typeface="Arial"/>
                <a:ea typeface="Arial"/>
                <a:cs typeface="Arial"/>
              </a:defRPr>
            </a:pPr>
            <a:r>
              <a:rPr sz="1200" b="1">
                <a:solidFill>
                  <a:srgbClr val="274A34"/>
                </a:solidFill>
                <a:latin typeface="Arial"/>
                <a:ea typeface="Arial"/>
                <a:cs typeface="Arial"/>
              </a:rPr>
              <a:t>Evidence</a:t>
            </a:r>
          </a:p>
        </p:txBody>
      </p:sp>
      <p:sp>
        <p:nvSpPr>
          <p:cNvPr id="21" name="product-output-03-body">
            <a:extLst xmlns:a="http://schemas.openxmlformats.org/drawingml/2006/main">
              <a:ext uri="{FF2B5EF4-FFF2-40B4-BE49-F238E27FC236}">
                <a16:creationId xmlns:a16="http://schemas.microsoft.com/office/drawing/2014/main" id="{F8D6B9B5-D822-47EE-8607-D28B40D3B834}"/>
              </a:ext>
            </a:extLst>
          </p:cNvPr>
          <p:cNvSpPr>
            <a:spLocks xmlns:a="http://schemas.openxmlformats.org/drawingml/2006/main" noGrp="1"/>
          </p:cNvSpPr>
          <p:nvPr/>
        </p:nvSpPr>
        <p:spPr>
          <a:xfrm xmlns:a="http://schemas.openxmlformats.org/drawingml/2006/main">
            <a:off x="8105775" y="46863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69766B"/>
                </a:solidFill>
                <a:latin typeface="Arial"/>
                <a:ea typeface="Arial"/>
                <a:cs typeface="Arial"/>
              </a:defRPr>
            </a:defPPr>
            <a:lvl1pPr algn="l">
              <a:defRPr sz="1050" b="0">
                <a:solidFill>
                  <a:srgbClr val="69766B"/>
                </a:solidFill>
                <a:latin typeface="Arial"/>
                <a:ea typeface="Arial"/>
                <a:cs typeface="Arial"/>
              </a:defRPr>
            </a:lvl1pPr>
            <a:lvl2pPr algn="l">
              <a:defRPr sz="1050" b="0">
                <a:solidFill>
                  <a:srgbClr val="69766B"/>
                </a:solidFill>
                <a:latin typeface="Arial"/>
                <a:ea typeface="Arial"/>
                <a:cs typeface="Arial"/>
              </a:defRPr>
            </a:lvl2pPr>
            <a:lvl3pPr algn="l">
              <a:defRPr sz="1050" b="0">
                <a:solidFill>
                  <a:srgbClr val="69766B"/>
                </a:solidFill>
                <a:latin typeface="Arial"/>
                <a:ea typeface="Arial"/>
                <a:cs typeface="Arial"/>
              </a:defRPr>
            </a:lvl3pPr>
            <a:lvl4pPr algn="l">
              <a:defRPr sz="1050" b="0">
                <a:solidFill>
                  <a:srgbClr val="69766B"/>
                </a:solidFill>
                <a:latin typeface="Arial"/>
                <a:ea typeface="Arial"/>
                <a:cs typeface="Arial"/>
              </a:defRPr>
            </a:lvl4pPr>
            <a:lvl5pPr algn="l">
              <a:defRPr sz="1050" b="0">
                <a:solidFill>
                  <a:srgbClr val="69766B"/>
                </a:solidFill>
                <a:latin typeface="Arial"/>
                <a:ea typeface="Arial"/>
                <a:cs typeface="Arial"/>
              </a:defRPr>
            </a:lvl5pPr>
            <a:lvl6pPr algn="l">
              <a:defRPr sz="1050" b="0">
                <a:solidFill>
                  <a:srgbClr val="69766B"/>
                </a:solidFill>
                <a:latin typeface="Arial"/>
                <a:ea typeface="Arial"/>
                <a:cs typeface="Arial"/>
              </a:defRPr>
            </a:lvl6pPr>
            <a:lvl7pPr algn="l">
              <a:defRPr sz="1050" b="0">
                <a:solidFill>
                  <a:srgbClr val="69766B"/>
                </a:solidFill>
                <a:latin typeface="Arial"/>
                <a:ea typeface="Arial"/>
                <a:cs typeface="Arial"/>
              </a:defRPr>
            </a:lvl7pPr>
            <a:lvl8pPr algn="l">
              <a:defRPr sz="1050" b="0">
                <a:solidFill>
                  <a:srgbClr val="69766B"/>
                </a:solidFill>
                <a:latin typeface="Arial"/>
                <a:ea typeface="Arial"/>
                <a:cs typeface="Arial"/>
              </a:defRPr>
            </a:lvl8pPr>
            <a:lvl9pPr algn="l">
              <a:defRPr sz="1050" b="0">
                <a:solidFill>
                  <a:srgbClr val="69766B"/>
                </a:solidFill>
                <a:latin typeface="Arial"/>
                <a:ea typeface="Arial"/>
                <a:cs typeface="Arial"/>
              </a:defRPr>
            </a:lvl9pPr>
          </a:lstStyle>
          <a:p xmlns:a="http://schemas.openxmlformats.org/drawingml/2006/main">
            <a:pPr algn="l">
              <a:defRPr sz="1050" b="0">
                <a:solidFill>
                  <a:srgbClr val="69766B"/>
                </a:solidFill>
                <a:latin typeface="Arial"/>
                <a:ea typeface="Arial"/>
                <a:cs typeface="Arial"/>
              </a:defRPr>
            </a:pPr>
            <a:r>
              <a:rPr sz="1050" b="0">
                <a:solidFill>
                  <a:srgbClr val="69766B"/>
                </a:solidFill>
                <a:latin typeface="Arial"/>
                <a:ea typeface="Arial"/>
                <a:cs typeface="Arial"/>
              </a:rPr>
              <a:t>Source, date and freshness</a:t>
            </a:r>
          </a:p>
        </p:txBody>
      </p:sp>
      <p:sp>
        <p:nvSpPr>
          <p:cNvPr id="22" name="product-output-03-rule">
            <a:extLst xmlns:a="http://schemas.openxmlformats.org/drawingml/2006/main">
              <a:ext uri="{FF2B5EF4-FFF2-40B4-BE49-F238E27FC236}">
                <a16:creationId xmlns:a16="http://schemas.microsoft.com/office/drawing/2014/main" id="{7947C974-7B89-4E7C-8AC7-2BCBF2C6CCA9}"/>
              </a:ext>
            </a:extLst>
          </p:cNvPr>
          <p:cNvSpPr>
            <a:spLocks xmlns:a="http://schemas.openxmlformats.org/drawingml/2006/main" noGrp="1"/>
          </p:cNvSpPr>
          <p:nvPr/>
        </p:nvSpPr>
        <p:spPr>
          <a:xfrm xmlns:a="http://schemas.openxmlformats.org/drawingml/2006/main">
            <a:off x="5886450" y="5105400"/>
            <a:ext cx="53721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23" name="product-output-04-number">
            <a:extLst xmlns:a="http://schemas.openxmlformats.org/drawingml/2006/main">
              <a:ext uri="{FF2B5EF4-FFF2-40B4-BE49-F238E27FC236}">
                <a16:creationId xmlns:a16="http://schemas.microsoft.com/office/drawing/2014/main" id="{C7A86176-409A-402B-B366-DFEF3ADC7D7F}"/>
              </a:ext>
            </a:extLst>
          </p:cNvPr>
          <p:cNvSpPr>
            <a:spLocks xmlns:a="http://schemas.openxmlformats.org/drawingml/2006/main" noGrp="1"/>
          </p:cNvSpPr>
          <p:nvPr/>
        </p:nvSpPr>
        <p:spPr>
          <a:xfrm xmlns:a="http://schemas.openxmlformats.org/drawingml/2006/main">
            <a:off x="5886450" y="5286375"/>
            <a:ext cx="3143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C78A38"/>
                </a:solidFill>
                <a:latin typeface="Arial"/>
                <a:ea typeface="Arial"/>
                <a:cs typeface="Arial"/>
              </a:defRPr>
            </a:defPPr>
            <a:lvl1pPr algn="l">
              <a:defRPr sz="900" b="1">
                <a:solidFill>
                  <a:srgbClr val="C78A38"/>
                </a:solidFill>
                <a:latin typeface="Arial"/>
                <a:ea typeface="Arial"/>
                <a:cs typeface="Arial"/>
              </a:defRPr>
            </a:lvl1pPr>
            <a:lvl2pPr algn="l">
              <a:defRPr sz="900" b="1">
                <a:solidFill>
                  <a:srgbClr val="C78A38"/>
                </a:solidFill>
                <a:latin typeface="Arial"/>
                <a:ea typeface="Arial"/>
                <a:cs typeface="Arial"/>
              </a:defRPr>
            </a:lvl2pPr>
            <a:lvl3pPr algn="l">
              <a:defRPr sz="900" b="1">
                <a:solidFill>
                  <a:srgbClr val="C78A38"/>
                </a:solidFill>
                <a:latin typeface="Arial"/>
                <a:ea typeface="Arial"/>
                <a:cs typeface="Arial"/>
              </a:defRPr>
            </a:lvl3pPr>
            <a:lvl4pPr algn="l">
              <a:defRPr sz="900" b="1">
                <a:solidFill>
                  <a:srgbClr val="C78A38"/>
                </a:solidFill>
                <a:latin typeface="Arial"/>
                <a:ea typeface="Arial"/>
                <a:cs typeface="Arial"/>
              </a:defRPr>
            </a:lvl4pPr>
            <a:lvl5pPr algn="l">
              <a:defRPr sz="900" b="1">
                <a:solidFill>
                  <a:srgbClr val="C78A38"/>
                </a:solidFill>
                <a:latin typeface="Arial"/>
                <a:ea typeface="Arial"/>
                <a:cs typeface="Arial"/>
              </a:defRPr>
            </a:lvl5pPr>
            <a:lvl6pPr algn="l">
              <a:defRPr sz="900" b="1">
                <a:solidFill>
                  <a:srgbClr val="C78A38"/>
                </a:solidFill>
                <a:latin typeface="Arial"/>
                <a:ea typeface="Arial"/>
                <a:cs typeface="Arial"/>
              </a:defRPr>
            </a:lvl6pPr>
            <a:lvl7pPr algn="l">
              <a:defRPr sz="900" b="1">
                <a:solidFill>
                  <a:srgbClr val="C78A38"/>
                </a:solidFill>
                <a:latin typeface="Arial"/>
                <a:ea typeface="Arial"/>
                <a:cs typeface="Arial"/>
              </a:defRPr>
            </a:lvl7pPr>
            <a:lvl8pPr algn="l">
              <a:defRPr sz="900" b="1">
                <a:solidFill>
                  <a:srgbClr val="C78A38"/>
                </a:solidFill>
                <a:latin typeface="Arial"/>
                <a:ea typeface="Arial"/>
                <a:cs typeface="Arial"/>
              </a:defRPr>
            </a:lvl8pPr>
            <a:lvl9pPr algn="l">
              <a:defRPr sz="900" b="1">
                <a:solidFill>
                  <a:srgbClr val="C78A38"/>
                </a:solidFill>
                <a:latin typeface="Arial"/>
                <a:ea typeface="Arial"/>
                <a:cs typeface="Arial"/>
              </a:defRPr>
            </a:lvl9pPr>
          </a:lstStyle>
          <a:p xmlns:a="http://schemas.openxmlformats.org/drawingml/2006/main">
            <a:pPr algn="l">
              <a:defRPr sz="900" b="1">
                <a:solidFill>
                  <a:srgbClr val="C78A38"/>
                </a:solidFill>
                <a:latin typeface="Arial"/>
                <a:ea typeface="Arial"/>
                <a:cs typeface="Arial"/>
              </a:defRPr>
            </a:pPr>
            <a:r>
              <a:rPr sz="900" b="1">
                <a:solidFill>
                  <a:srgbClr val="C78A38"/>
                </a:solidFill>
                <a:latin typeface="Arial"/>
                <a:ea typeface="Arial"/>
                <a:cs typeface="Arial"/>
              </a:rPr>
              <a:t>04</a:t>
            </a:r>
          </a:p>
        </p:txBody>
      </p:sp>
      <p:sp>
        <p:nvSpPr>
          <p:cNvPr id="24" name="product-output-04-title">
            <a:extLst xmlns:a="http://schemas.openxmlformats.org/drawingml/2006/main">
              <a:ext uri="{FF2B5EF4-FFF2-40B4-BE49-F238E27FC236}">
                <a16:creationId xmlns:a16="http://schemas.microsoft.com/office/drawing/2014/main" id="{3D366D76-BB93-4354-B0CA-61E7FC3EBFF4}"/>
              </a:ext>
            </a:extLst>
          </p:cNvPr>
          <p:cNvSpPr>
            <a:spLocks xmlns:a="http://schemas.openxmlformats.org/drawingml/2006/main" noGrp="1"/>
          </p:cNvSpPr>
          <p:nvPr/>
        </p:nvSpPr>
        <p:spPr>
          <a:xfrm xmlns:a="http://schemas.openxmlformats.org/drawingml/2006/main">
            <a:off x="6315075" y="5286375"/>
            <a:ext cx="1762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274A34"/>
                </a:solidFill>
                <a:latin typeface="Arial"/>
                <a:ea typeface="Arial"/>
                <a:cs typeface="Arial"/>
              </a:defRPr>
            </a:defPPr>
            <a:lvl1pPr algn="l">
              <a:defRPr sz="1200" b="1">
                <a:solidFill>
                  <a:srgbClr val="274A34"/>
                </a:solidFill>
                <a:latin typeface="Arial"/>
                <a:ea typeface="Arial"/>
                <a:cs typeface="Arial"/>
              </a:defRPr>
            </a:lvl1pPr>
            <a:lvl2pPr algn="l">
              <a:defRPr sz="1200" b="1">
                <a:solidFill>
                  <a:srgbClr val="274A34"/>
                </a:solidFill>
                <a:latin typeface="Arial"/>
                <a:ea typeface="Arial"/>
                <a:cs typeface="Arial"/>
              </a:defRPr>
            </a:lvl2pPr>
            <a:lvl3pPr algn="l">
              <a:defRPr sz="1200" b="1">
                <a:solidFill>
                  <a:srgbClr val="274A34"/>
                </a:solidFill>
                <a:latin typeface="Arial"/>
                <a:ea typeface="Arial"/>
                <a:cs typeface="Arial"/>
              </a:defRPr>
            </a:lvl3pPr>
            <a:lvl4pPr algn="l">
              <a:defRPr sz="1200" b="1">
                <a:solidFill>
                  <a:srgbClr val="274A34"/>
                </a:solidFill>
                <a:latin typeface="Arial"/>
                <a:ea typeface="Arial"/>
                <a:cs typeface="Arial"/>
              </a:defRPr>
            </a:lvl4pPr>
            <a:lvl5pPr algn="l">
              <a:defRPr sz="1200" b="1">
                <a:solidFill>
                  <a:srgbClr val="274A34"/>
                </a:solidFill>
                <a:latin typeface="Arial"/>
                <a:ea typeface="Arial"/>
                <a:cs typeface="Arial"/>
              </a:defRPr>
            </a:lvl5pPr>
            <a:lvl6pPr algn="l">
              <a:defRPr sz="1200" b="1">
                <a:solidFill>
                  <a:srgbClr val="274A34"/>
                </a:solidFill>
                <a:latin typeface="Arial"/>
                <a:ea typeface="Arial"/>
                <a:cs typeface="Arial"/>
              </a:defRPr>
            </a:lvl6pPr>
            <a:lvl7pPr algn="l">
              <a:defRPr sz="1200" b="1">
                <a:solidFill>
                  <a:srgbClr val="274A34"/>
                </a:solidFill>
                <a:latin typeface="Arial"/>
                <a:ea typeface="Arial"/>
                <a:cs typeface="Arial"/>
              </a:defRPr>
            </a:lvl7pPr>
            <a:lvl8pPr algn="l">
              <a:defRPr sz="1200" b="1">
                <a:solidFill>
                  <a:srgbClr val="274A34"/>
                </a:solidFill>
                <a:latin typeface="Arial"/>
                <a:ea typeface="Arial"/>
                <a:cs typeface="Arial"/>
              </a:defRPr>
            </a:lvl8pPr>
            <a:lvl9pPr algn="l">
              <a:defRPr sz="1200" b="1">
                <a:solidFill>
                  <a:srgbClr val="274A34"/>
                </a:solidFill>
                <a:latin typeface="Arial"/>
                <a:ea typeface="Arial"/>
                <a:cs typeface="Arial"/>
              </a:defRPr>
            </a:lvl9pPr>
          </a:lstStyle>
          <a:p xmlns:a="http://schemas.openxmlformats.org/drawingml/2006/main">
            <a:pPr algn="l">
              <a:defRPr sz="1200" b="1">
                <a:solidFill>
                  <a:srgbClr val="274A34"/>
                </a:solidFill>
                <a:latin typeface="Arial"/>
                <a:ea typeface="Arial"/>
                <a:cs typeface="Arial"/>
              </a:defRPr>
            </a:pPr>
            <a:r>
              <a:rPr sz="1200" b="1">
                <a:solidFill>
                  <a:srgbClr val="274A34"/>
                </a:solidFill>
                <a:latin typeface="Arial"/>
                <a:ea typeface="Arial"/>
                <a:cs typeface="Arial"/>
              </a:rPr>
              <a:t>Review record</a:t>
            </a:r>
          </a:p>
        </p:txBody>
      </p:sp>
      <p:sp>
        <p:nvSpPr>
          <p:cNvPr id="25" name="product-output-04-body">
            <a:extLst xmlns:a="http://schemas.openxmlformats.org/drawingml/2006/main">
              <a:ext uri="{FF2B5EF4-FFF2-40B4-BE49-F238E27FC236}">
                <a16:creationId xmlns:a16="http://schemas.microsoft.com/office/drawing/2014/main" id="{3CBAD301-9092-48E1-B1F7-A1413A29D2BE}"/>
              </a:ext>
            </a:extLst>
          </p:cNvPr>
          <p:cNvSpPr>
            <a:spLocks xmlns:a="http://schemas.openxmlformats.org/drawingml/2006/main" noGrp="1"/>
          </p:cNvSpPr>
          <p:nvPr/>
        </p:nvSpPr>
        <p:spPr>
          <a:xfrm xmlns:a="http://schemas.openxmlformats.org/drawingml/2006/main">
            <a:off x="8105775" y="528637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69766B"/>
                </a:solidFill>
                <a:latin typeface="Arial"/>
                <a:ea typeface="Arial"/>
                <a:cs typeface="Arial"/>
              </a:defRPr>
            </a:defPPr>
            <a:lvl1pPr algn="l">
              <a:defRPr sz="1050" b="0">
                <a:solidFill>
                  <a:srgbClr val="69766B"/>
                </a:solidFill>
                <a:latin typeface="Arial"/>
                <a:ea typeface="Arial"/>
                <a:cs typeface="Arial"/>
              </a:defRPr>
            </a:lvl1pPr>
            <a:lvl2pPr algn="l">
              <a:defRPr sz="1050" b="0">
                <a:solidFill>
                  <a:srgbClr val="69766B"/>
                </a:solidFill>
                <a:latin typeface="Arial"/>
                <a:ea typeface="Arial"/>
                <a:cs typeface="Arial"/>
              </a:defRPr>
            </a:lvl2pPr>
            <a:lvl3pPr algn="l">
              <a:defRPr sz="1050" b="0">
                <a:solidFill>
                  <a:srgbClr val="69766B"/>
                </a:solidFill>
                <a:latin typeface="Arial"/>
                <a:ea typeface="Arial"/>
                <a:cs typeface="Arial"/>
              </a:defRPr>
            </a:lvl3pPr>
            <a:lvl4pPr algn="l">
              <a:defRPr sz="1050" b="0">
                <a:solidFill>
                  <a:srgbClr val="69766B"/>
                </a:solidFill>
                <a:latin typeface="Arial"/>
                <a:ea typeface="Arial"/>
                <a:cs typeface="Arial"/>
              </a:defRPr>
            </a:lvl4pPr>
            <a:lvl5pPr algn="l">
              <a:defRPr sz="1050" b="0">
                <a:solidFill>
                  <a:srgbClr val="69766B"/>
                </a:solidFill>
                <a:latin typeface="Arial"/>
                <a:ea typeface="Arial"/>
                <a:cs typeface="Arial"/>
              </a:defRPr>
            </a:lvl5pPr>
            <a:lvl6pPr algn="l">
              <a:defRPr sz="1050" b="0">
                <a:solidFill>
                  <a:srgbClr val="69766B"/>
                </a:solidFill>
                <a:latin typeface="Arial"/>
                <a:ea typeface="Arial"/>
                <a:cs typeface="Arial"/>
              </a:defRPr>
            </a:lvl6pPr>
            <a:lvl7pPr algn="l">
              <a:defRPr sz="1050" b="0">
                <a:solidFill>
                  <a:srgbClr val="69766B"/>
                </a:solidFill>
                <a:latin typeface="Arial"/>
                <a:ea typeface="Arial"/>
                <a:cs typeface="Arial"/>
              </a:defRPr>
            </a:lvl7pPr>
            <a:lvl8pPr algn="l">
              <a:defRPr sz="1050" b="0">
                <a:solidFill>
                  <a:srgbClr val="69766B"/>
                </a:solidFill>
                <a:latin typeface="Arial"/>
                <a:ea typeface="Arial"/>
                <a:cs typeface="Arial"/>
              </a:defRPr>
            </a:lvl8pPr>
            <a:lvl9pPr algn="l">
              <a:defRPr sz="1050" b="0">
                <a:solidFill>
                  <a:srgbClr val="69766B"/>
                </a:solidFill>
                <a:latin typeface="Arial"/>
                <a:ea typeface="Arial"/>
                <a:cs typeface="Arial"/>
              </a:defRPr>
            </a:lvl9pPr>
          </a:lstStyle>
          <a:p xmlns:a="http://schemas.openxmlformats.org/drawingml/2006/main">
            <a:pPr algn="l">
              <a:defRPr sz="1050" b="0">
                <a:solidFill>
                  <a:srgbClr val="69766B"/>
                </a:solidFill>
                <a:latin typeface="Arial"/>
                <a:ea typeface="Arial"/>
                <a:cs typeface="Arial"/>
              </a:defRPr>
            </a:pPr>
            <a:r>
              <a:rPr sz="1050" b="0">
                <a:solidFill>
                  <a:srgbClr val="69766B"/>
                </a:solidFill>
                <a:latin typeface="Arial"/>
                <a:ea typeface="Arial"/>
                <a:cs typeface="Arial"/>
              </a:rPr>
              <a:t>Agent trace, limitations and recheck timing</a:t>
            </a:r>
          </a:p>
        </p:txBody>
      </p:sp>
      <p:sp>
        <p:nvSpPr>
          <p:cNvPr id="26" name="product-disclaimer-mark">
            <a:extLst xmlns:a="http://schemas.openxmlformats.org/drawingml/2006/main">
              <a:ext uri="{FF2B5EF4-FFF2-40B4-BE49-F238E27FC236}">
                <a16:creationId xmlns:a16="http://schemas.microsoft.com/office/drawing/2014/main" id="{1E174F4B-3BA0-49B2-8D57-CC5A7AD8B3B3}"/>
              </a:ext>
            </a:extLst>
          </p:cNvPr>
          <p:cNvSpPr>
            <a:spLocks xmlns:a="http://schemas.openxmlformats.org/drawingml/2006/main" noGrp="1"/>
          </p:cNvSpPr>
          <p:nvPr/>
        </p:nvSpPr>
        <p:spPr>
          <a:xfrm xmlns:a="http://schemas.openxmlformats.org/drawingml/2006/main">
            <a:off x="781050" y="5629275"/>
            <a:ext cx="38100" cy="400050"/>
          </a:xfrm>
          <a:prstGeom xmlns:a="http://schemas.openxmlformats.org/drawingml/2006/main" prst="rect">
            <a:avLst/>
          </a:prstGeom>
          <a:solidFill xmlns:a="http://schemas.openxmlformats.org/drawingml/2006/main">
            <a:srgbClr val="C78A38"/>
          </a:solidFill>
          <a:ln xmlns:a="http://schemas.openxmlformats.org/drawingml/2006/main" w="0">
            <a:noFill/>
            <a:prstDash val="solid"/>
          </a:ln>
        </p:spPr>
      </p:sp>
      <p:sp>
        <p:nvSpPr>
          <p:cNvPr id="27" name="product-disclaimer">
            <a:extLst xmlns:a="http://schemas.openxmlformats.org/drawingml/2006/main">
              <a:ext uri="{FF2B5EF4-FFF2-40B4-BE49-F238E27FC236}">
                <a16:creationId xmlns:a16="http://schemas.microsoft.com/office/drawing/2014/main" id="{DD6C9799-CC38-4B20-9E35-C55404ED9F42}"/>
              </a:ext>
            </a:extLst>
          </p:cNvPr>
          <p:cNvSpPr>
            <a:spLocks xmlns:a="http://schemas.openxmlformats.org/drawingml/2006/main" noGrp="1"/>
          </p:cNvSpPr>
          <p:nvPr/>
        </p:nvSpPr>
        <p:spPr>
          <a:xfrm xmlns:a="http://schemas.openxmlformats.org/drawingml/2006/main">
            <a:off x="962025" y="5610225"/>
            <a:ext cx="10096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9766B"/>
                </a:solidFill>
                <a:latin typeface="Arial"/>
                <a:ea typeface="Arial"/>
                <a:cs typeface="Arial"/>
              </a:defRPr>
            </a:defPPr>
            <a:lvl1pPr algn="l">
              <a:defRPr sz="1200" b="0">
                <a:solidFill>
                  <a:srgbClr val="69766B"/>
                </a:solidFill>
                <a:latin typeface="Arial"/>
                <a:ea typeface="Arial"/>
                <a:cs typeface="Arial"/>
              </a:defRPr>
            </a:lvl1pPr>
            <a:lvl2pPr algn="l">
              <a:defRPr sz="1200" b="0">
                <a:solidFill>
                  <a:srgbClr val="69766B"/>
                </a:solidFill>
                <a:latin typeface="Arial"/>
                <a:ea typeface="Arial"/>
                <a:cs typeface="Arial"/>
              </a:defRPr>
            </a:lvl2pPr>
            <a:lvl3pPr algn="l">
              <a:defRPr sz="1200" b="0">
                <a:solidFill>
                  <a:srgbClr val="69766B"/>
                </a:solidFill>
                <a:latin typeface="Arial"/>
                <a:ea typeface="Arial"/>
                <a:cs typeface="Arial"/>
              </a:defRPr>
            </a:lvl3pPr>
            <a:lvl4pPr algn="l">
              <a:defRPr sz="1200" b="0">
                <a:solidFill>
                  <a:srgbClr val="69766B"/>
                </a:solidFill>
                <a:latin typeface="Arial"/>
                <a:ea typeface="Arial"/>
                <a:cs typeface="Arial"/>
              </a:defRPr>
            </a:lvl4pPr>
            <a:lvl5pPr algn="l">
              <a:defRPr sz="1200" b="0">
                <a:solidFill>
                  <a:srgbClr val="69766B"/>
                </a:solidFill>
                <a:latin typeface="Arial"/>
                <a:ea typeface="Arial"/>
                <a:cs typeface="Arial"/>
              </a:defRPr>
            </a:lvl5pPr>
            <a:lvl6pPr algn="l">
              <a:defRPr sz="1200" b="0">
                <a:solidFill>
                  <a:srgbClr val="69766B"/>
                </a:solidFill>
                <a:latin typeface="Arial"/>
                <a:ea typeface="Arial"/>
                <a:cs typeface="Arial"/>
              </a:defRPr>
            </a:lvl6pPr>
            <a:lvl7pPr algn="l">
              <a:defRPr sz="1200" b="0">
                <a:solidFill>
                  <a:srgbClr val="69766B"/>
                </a:solidFill>
                <a:latin typeface="Arial"/>
                <a:ea typeface="Arial"/>
                <a:cs typeface="Arial"/>
              </a:defRPr>
            </a:lvl7pPr>
            <a:lvl8pPr algn="l">
              <a:defRPr sz="1200" b="0">
                <a:solidFill>
                  <a:srgbClr val="69766B"/>
                </a:solidFill>
                <a:latin typeface="Arial"/>
                <a:ea typeface="Arial"/>
                <a:cs typeface="Arial"/>
              </a:defRPr>
            </a:lvl8pPr>
            <a:lvl9pPr algn="l">
              <a:defRPr sz="1200" b="0">
                <a:solidFill>
                  <a:srgbClr val="69766B"/>
                </a:solidFill>
                <a:latin typeface="Arial"/>
                <a:ea typeface="Arial"/>
                <a:cs typeface="Arial"/>
              </a:defRPr>
            </a:lvl9pPr>
          </a:lstStyle>
          <a:p xmlns:a="http://schemas.openxmlformats.org/drawingml/2006/main">
            <a:pPr algn="l">
              <a:defRPr sz="1200" b="0">
                <a:solidFill>
                  <a:srgbClr val="69766B"/>
                </a:solidFill>
                <a:latin typeface="Arial"/>
                <a:ea typeface="Arial"/>
                <a:cs typeface="Arial"/>
              </a:defRPr>
            </a:pPr>
            <a:r>
              <a:rPr sz="1200" b="0">
                <a:solidFill>
                  <a:srgbClr val="69766B"/>
                </a:solidFill>
                <a:latin typeface="Arial"/>
                <a:ea typeface="Arial"/>
                <a:cs typeface="Arial"/>
              </a:rPr>
              <a:t>Decision support only. No trade is placed. Sample weather, storage rules and farmer-ledger entries are synthetic.</a:t>
            </a:r>
          </a:p>
        </p:txBody>
      </p:sp>
    </p:spTree>
    <p:extLst>
      <p:ext uri="{BB962C8B-B14F-4D97-AF65-F5344CB8AC3E}">
        <p14:creationId xmlns:p14="http://schemas.microsoft.com/office/powerpoint/2010/main" val="241131"/>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23" name="slide-6-index">
            <a:extLst xmlns:a="http://schemas.openxmlformats.org/drawingml/2006/main">
              <a:ext uri="{FF2B5EF4-FFF2-40B4-BE49-F238E27FC236}">
                <a16:creationId xmlns:a16="http://schemas.microsoft.com/office/drawing/2014/main" id="{04E20DE4-8D04-4AB8-BF97-951CE5F37DDF}"/>
              </a:ext>
            </a:extLst>
          </p:cNvPr>
          <p:cNvSpPr>
            <a:spLocks xmlns:a="http://schemas.openxmlformats.org/drawingml/2006/main" noGrp="1"/>
          </p:cNvSpPr>
          <p:nvPr/>
        </p:nvSpPr>
        <p:spPr>
          <a:xfrm xmlns:a="http://schemas.openxmlformats.org/drawingml/2006/main">
            <a:off x="742950" y="4667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44724E"/>
                </a:solidFill>
                <a:latin typeface="Arial"/>
                <a:ea typeface="Arial"/>
                <a:cs typeface="Arial"/>
              </a:defRPr>
            </a:defPPr>
            <a:lvl1pPr algn="l">
              <a:defRPr sz="900" b="1">
                <a:solidFill>
                  <a:srgbClr val="44724E"/>
                </a:solidFill>
                <a:latin typeface="Arial"/>
                <a:ea typeface="Arial"/>
                <a:cs typeface="Arial"/>
              </a:defRPr>
            </a:lvl1pPr>
            <a:lvl2pPr algn="l">
              <a:defRPr sz="900" b="1">
                <a:solidFill>
                  <a:srgbClr val="44724E"/>
                </a:solidFill>
                <a:latin typeface="Arial"/>
                <a:ea typeface="Arial"/>
                <a:cs typeface="Arial"/>
              </a:defRPr>
            </a:lvl2pPr>
            <a:lvl3pPr algn="l">
              <a:defRPr sz="900" b="1">
                <a:solidFill>
                  <a:srgbClr val="44724E"/>
                </a:solidFill>
                <a:latin typeface="Arial"/>
                <a:ea typeface="Arial"/>
                <a:cs typeface="Arial"/>
              </a:defRPr>
            </a:lvl3pPr>
            <a:lvl4pPr algn="l">
              <a:defRPr sz="900" b="1">
                <a:solidFill>
                  <a:srgbClr val="44724E"/>
                </a:solidFill>
                <a:latin typeface="Arial"/>
                <a:ea typeface="Arial"/>
                <a:cs typeface="Arial"/>
              </a:defRPr>
            </a:lvl4pPr>
            <a:lvl5pPr algn="l">
              <a:defRPr sz="900" b="1">
                <a:solidFill>
                  <a:srgbClr val="44724E"/>
                </a:solidFill>
                <a:latin typeface="Arial"/>
                <a:ea typeface="Arial"/>
                <a:cs typeface="Arial"/>
              </a:defRPr>
            </a:lvl5pPr>
            <a:lvl6pPr algn="l">
              <a:defRPr sz="900" b="1">
                <a:solidFill>
                  <a:srgbClr val="44724E"/>
                </a:solidFill>
                <a:latin typeface="Arial"/>
                <a:ea typeface="Arial"/>
                <a:cs typeface="Arial"/>
              </a:defRPr>
            </a:lvl6pPr>
            <a:lvl7pPr algn="l">
              <a:defRPr sz="900" b="1">
                <a:solidFill>
                  <a:srgbClr val="44724E"/>
                </a:solidFill>
                <a:latin typeface="Arial"/>
                <a:ea typeface="Arial"/>
                <a:cs typeface="Arial"/>
              </a:defRPr>
            </a:lvl7pPr>
            <a:lvl8pPr algn="l">
              <a:defRPr sz="900" b="1">
                <a:solidFill>
                  <a:srgbClr val="44724E"/>
                </a:solidFill>
                <a:latin typeface="Arial"/>
                <a:ea typeface="Arial"/>
                <a:cs typeface="Arial"/>
              </a:defRPr>
            </a:lvl8pPr>
            <a:lvl9pPr algn="l">
              <a:defRPr sz="900" b="1">
                <a:solidFill>
                  <a:srgbClr val="44724E"/>
                </a:solidFill>
                <a:latin typeface="Arial"/>
                <a:ea typeface="Arial"/>
                <a:cs typeface="Arial"/>
              </a:defRPr>
            </a:lvl9pPr>
          </a:lstStyle>
          <a:p xmlns:a="http://schemas.openxmlformats.org/drawingml/2006/main">
            <a:pPr algn="l">
              <a:defRPr sz="900" b="1">
                <a:solidFill>
                  <a:srgbClr val="44724E"/>
                </a:solidFill>
                <a:latin typeface="Arial"/>
                <a:ea typeface="Arial"/>
                <a:cs typeface="Arial"/>
              </a:defRPr>
            </a:pPr>
            <a:r>
              <a:rPr sz="900" b="1">
                <a:solidFill>
                  <a:srgbClr val="44724E"/>
                </a:solidFill>
                <a:latin typeface="Arial"/>
                <a:ea typeface="Arial"/>
                <a:cs typeface="Arial"/>
              </a:rPr>
              <a:t>OPEN AGENT MAIZE   /   06</a:t>
            </a:r>
          </a:p>
        </p:txBody>
      </p:sp>
      <p:sp>
        <p:nvSpPr>
          <p:cNvPr id="2" name="slide-6-title">
            <a:extLst xmlns:a="http://schemas.openxmlformats.org/drawingml/2006/main">
              <a:ext uri="{FF2B5EF4-FFF2-40B4-BE49-F238E27FC236}">
                <a16:creationId xmlns:a16="http://schemas.microsoft.com/office/drawing/2014/main" id="{0B866EB9-0098-4990-B3A0-EA18EC1A060B}"/>
              </a:ext>
            </a:extLst>
          </p:cNvPr>
          <p:cNvSpPr>
            <a:spLocks xmlns:a="http://schemas.openxmlformats.org/drawingml/2006/main" noGrp="1"/>
          </p:cNvSpPr>
          <p:nvPr/>
        </p:nvSpPr>
        <p:spPr>
          <a:xfrm xmlns:a="http://schemas.openxmlformats.org/drawingml/2006/main">
            <a:off x="742950" y="790575"/>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75" b="0">
                <a:solidFill>
                  <a:srgbClr val="183525"/>
                </a:solidFill>
                <a:latin typeface="Georgia"/>
                <a:ea typeface="Georgia"/>
                <a:cs typeface="Georgia"/>
              </a:defRPr>
            </a:defPPr>
            <a:lvl1pPr algn="l">
              <a:defRPr sz="3675" b="0">
                <a:solidFill>
                  <a:srgbClr val="183525"/>
                </a:solidFill>
                <a:latin typeface="Georgia"/>
                <a:ea typeface="Georgia"/>
                <a:cs typeface="Georgia"/>
              </a:defRPr>
            </a:lvl1pPr>
            <a:lvl2pPr algn="l">
              <a:defRPr sz="3675" b="0">
                <a:solidFill>
                  <a:srgbClr val="183525"/>
                </a:solidFill>
                <a:latin typeface="Georgia"/>
                <a:ea typeface="Georgia"/>
                <a:cs typeface="Georgia"/>
              </a:defRPr>
            </a:lvl2pPr>
            <a:lvl3pPr algn="l">
              <a:defRPr sz="3675" b="0">
                <a:solidFill>
                  <a:srgbClr val="183525"/>
                </a:solidFill>
                <a:latin typeface="Georgia"/>
                <a:ea typeface="Georgia"/>
                <a:cs typeface="Georgia"/>
              </a:defRPr>
            </a:lvl3pPr>
            <a:lvl4pPr algn="l">
              <a:defRPr sz="3675" b="0">
                <a:solidFill>
                  <a:srgbClr val="183525"/>
                </a:solidFill>
                <a:latin typeface="Georgia"/>
                <a:ea typeface="Georgia"/>
                <a:cs typeface="Georgia"/>
              </a:defRPr>
            </a:lvl4pPr>
            <a:lvl5pPr algn="l">
              <a:defRPr sz="3675" b="0">
                <a:solidFill>
                  <a:srgbClr val="183525"/>
                </a:solidFill>
                <a:latin typeface="Georgia"/>
                <a:ea typeface="Georgia"/>
                <a:cs typeface="Georgia"/>
              </a:defRPr>
            </a:lvl5pPr>
            <a:lvl6pPr algn="l">
              <a:defRPr sz="3675" b="0">
                <a:solidFill>
                  <a:srgbClr val="183525"/>
                </a:solidFill>
                <a:latin typeface="Georgia"/>
                <a:ea typeface="Georgia"/>
                <a:cs typeface="Georgia"/>
              </a:defRPr>
            </a:lvl6pPr>
            <a:lvl7pPr algn="l">
              <a:defRPr sz="3675" b="0">
                <a:solidFill>
                  <a:srgbClr val="183525"/>
                </a:solidFill>
                <a:latin typeface="Georgia"/>
                <a:ea typeface="Georgia"/>
                <a:cs typeface="Georgia"/>
              </a:defRPr>
            </a:lvl7pPr>
            <a:lvl8pPr algn="l">
              <a:defRPr sz="3675" b="0">
                <a:solidFill>
                  <a:srgbClr val="183525"/>
                </a:solidFill>
                <a:latin typeface="Georgia"/>
                <a:ea typeface="Georgia"/>
                <a:cs typeface="Georgia"/>
              </a:defRPr>
            </a:lvl8pPr>
            <a:lvl9pPr algn="l">
              <a:defRPr sz="3675" b="0">
                <a:solidFill>
                  <a:srgbClr val="183525"/>
                </a:solidFill>
                <a:latin typeface="Georgia"/>
                <a:ea typeface="Georgia"/>
                <a:cs typeface="Georgia"/>
              </a:defRPr>
            </a:lvl9pPr>
          </a:lstStyle>
          <a:p xmlns:a="http://schemas.openxmlformats.org/drawingml/2006/main">
            <a:pPr algn="l">
              <a:defRPr sz="3675" b="0">
                <a:solidFill>
                  <a:srgbClr val="183525"/>
                </a:solidFill>
                <a:latin typeface="Georgia"/>
                <a:ea typeface="Georgia"/>
                <a:cs typeface="Georgia"/>
              </a:defRPr>
            </a:pPr>
            <a:r>
              <a:rPr sz="3675" b="0">
                <a:solidFill>
                  <a:srgbClr val="183525"/>
                </a:solidFill>
                <a:latin typeface="Georgia"/>
                <a:ea typeface="Georgia"/>
                <a:cs typeface="Georgia"/>
              </a:rPr>
              <a:t>Sponsor tools support the working loop</a:t>
            </a:r>
          </a:p>
        </p:txBody>
      </p:sp>
      <p:sp>
        <p:nvSpPr>
          <p:cNvPr id="3" name="slide-6-subtitle">
            <a:extLst xmlns:a="http://schemas.openxmlformats.org/drawingml/2006/main">
              <a:ext uri="{FF2B5EF4-FFF2-40B4-BE49-F238E27FC236}">
                <a16:creationId xmlns:a16="http://schemas.microsoft.com/office/drawing/2014/main" id="{05C01C5F-6F9F-4B86-AF24-D13F547ADE5E}"/>
              </a:ext>
            </a:extLst>
          </p:cNvPr>
          <p:cNvSpPr>
            <a:spLocks xmlns:a="http://schemas.openxmlformats.org/drawingml/2006/main" noGrp="1"/>
          </p:cNvSpPr>
          <p:nvPr/>
        </p:nvSpPr>
        <p:spPr>
          <a:xfrm xmlns:a="http://schemas.openxmlformats.org/drawingml/2006/main">
            <a:off x="762000" y="15049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9766B"/>
                </a:solidFill>
                <a:latin typeface="Arial"/>
                <a:ea typeface="Arial"/>
                <a:cs typeface="Arial"/>
              </a:defRPr>
            </a:defPPr>
            <a:lvl1pPr algn="l">
              <a:defRPr sz="1500" b="0">
                <a:solidFill>
                  <a:srgbClr val="69766B"/>
                </a:solidFill>
                <a:latin typeface="Arial"/>
                <a:ea typeface="Arial"/>
                <a:cs typeface="Arial"/>
              </a:defRPr>
            </a:lvl1pPr>
            <a:lvl2pPr algn="l">
              <a:defRPr sz="1500" b="0">
                <a:solidFill>
                  <a:srgbClr val="69766B"/>
                </a:solidFill>
                <a:latin typeface="Arial"/>
                <a:ea typeface="Arial"/>
                <a:cs typeface="Arial"/>
              </a:defRPr>
            </a:lvl2pPr>
            <a:lvl3pPr algn="l">
              <a:defRPr sz="1500" b="0">
                <a:solidFill>
                  <a:srgbClr val="69766B"/>
                </a:solidFill>
                <a:latin typeface="Arial"/>
                <a:ea typeface="Arial"/>
                <a:cs typeface="Arial"/>
              </a:defRPr>
            </a:lvl3pPr>
            <a:lvl4pPr algn="l">
              <a:defRPr sz="1500" b="0">
                <a:solidFill>
                  <a:srgbClr val="69766B"/>
                </a:solidFill>
                <a:latin typeface="Arial"/>
                <a:ea typeface="Arial"/>
                <a:cs typeface="Arial"/>
              </a:defRPr>
            </a:lvl4pPr>
            <a:lvl5pPr algn="l">
              <a:defRPr sz="1500" b="0">
                <a:solidFill>
                  <a:srgbClr val="69766B"/>
                </a:solidFill>
                <a:latin typeface="Arial"/>
                <a:ea typeface="Arial"/>
                <a:cs typeface="Arial"/>
              </a:defRPr>
            </a:lvl5pPr>
            <a:lvl6pPr algn="l">
              <a:defRPr sz="1500" b="0">
                <a:solidFill>
                  <a:srgbClr val="69766B"/>
                </a:solidFill>
                <a:latin typeface="Arial"/>
                <a:ea typeface="Arial"/>
                <a:cs typeface="Arial"/>
              </a:defRPr>
            </a:lvl6pPr>
            <a:lvl7pPr algn="l">
              <a:defRPr sz="1500" b="0">
                <a:solidFill>
                  <a:srgbClr val="69766B"/>
                </a:solidFill>
                <a:latin typeface="Arial"/>
                <a:ea typeface="Arial"/>
                <a:cs typeface="Arial"/>
              </a:defRPr>
            </a:lvl7pPr>
            <a:lvl8pPr algn="l">
              <a:defRPr sz="1500" b="0">
                <a:solidFill>
                  <a:srgbClr val="69766B"/>
                </a:solidFill>
                <a:latin typeface="Arial"/>
                <a:ea typeface="Arial"/>
                <a:cs typeface="Arial"/>
              </a:defRPr>
            </a:lvl8pPr>
            <a:lvl9pPr algn="l">
              <a:defRPr sz="1500" b="0">
                <a:solidFill>
                  <a:srgbClr val="69766B"/>
                </a:solidFill>
                <a:latin typeface="Arial"/>
                <a:ea typeface="Arial"/>
                <a:cs typeface="Arial"/>
              </a:defRPr>
            </a:lvl9pPr>
          </a:lstStyle>
          <a:p xmlns:a="http://schemas.openxmlformats.org/drawingml/2006/main">
            <a:pPr algn="l">
              <a:defRPr sz="1500" b="0">
                <a:solidFill>
                  <a:srgbClr val="69766B"/>
                </a:solidFill>
                <a:latin typeface="Arial"/>
                <a:ea typeface="Arial"/>
                <a:cs typeface="Arial"/>
              </a:defRPr>
            </a:pPr>
            <a:r>
              <a:rPr sz="1500" b="0">
                <a:solidFill>
                  <a:srgbClr val="69766B"/>
                </a:solidFill>
                <a:latin typeface="Arial"/>
                <a:ea typeface="Arial"/>
                <a:cs typeface="Arial"/>
              </a:rPr>
              <a:t>The distinctive part is how evidence, memory and review govern the recommendation.</a:t>
            </a:r>
          </a:p>
        </p:txBody>
      </p:sp>
      <p:sp>
        <p:nvSpPr>
          <p:cNvPr id="4" name="slide-6-header-rule">
            <a:extLst xmlns:a="http://schemas.openxmlformats.org/drawingml/2006/main">
              <a:ext uri="{FF2B5EF4-FFF2-40B4-BE49-F238E27FC236}">
                <a16:creationId xmlns:a16="http://schemas.microsoft.com/office/drawing/2014/main" id="{B957E425-4DE3-49C9-8A2F-0CE69B2A3C73}"/>
              </a:ext>
            </a:extLst>
          </p:cNvPr>
          <p:cNvSpPr>
            <a:spLocks xmlns:a="http://schemas.openxmlformats.org/drawingml/2006/main" noGrp="1"/>
          </p:cNvSpPr>
          <p:nvPr/>
        </p:nvSpPr>
        <p:spPr>
          <a:xfrm xmlns:a="http://schemas.openxmlformats.org/drawingml/2006/main">
            <a:off x="742950" y="2009775"/>
            <a:ext cx="107061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5" name="tech-1-mark">
            <a:extLst xmlns:a="http://schemas.openxmlformats.org/drawingml/2006/main">
              <a:ext uri="{FF2B5EF4-FFF2-40B4-BE49-F238E27FC236}">
                <a16:creationId xmlns:a16="http://schemas.microsoft.com/office/drawing/2014/main" id="{BA32BBA4-BFD1-4AD4-A4CB-76A13FE7BA4E}"/>
              </a:ext>
            </a:extLst>
          </p:cNvPr>
          <p:cNvSpPr>
            <a:spLocks xmlns:a="http://schemas.openxmlformats.org/drawingml/2006/main" noGrp="1"/>
          </p:cNvSpPr>
          <p:nvPr/>
        </p:nvSpPr>
        <p:spPr>
          <a:xfrm xmlns:a="http://schemas.openxmlformats.org/drawingml/2006/main">
            <a:off x="790575" y="2400300"/>
            <a:ext cx="112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44724E"/>
                </a:solidFill>
                <a:latin typeface="Arial"/>
                <a:ea typeface="Arial"/>
                <a:cs typeface="Arial"/>
              </a:defRPr>
            </a:defPPr>
            <a:lvl1pPr algn="l">
              <a:defRPr sz="825" b="1">
                <a:solidFill>
                  <a:srgbClr val="44724E"/>
                </a:solidFill>
                <a:latin typeface="Arial"/>
                <a:ea typeface="Arial"/>
                <a:cs typeface="Arial"/>
              </a:defRPr>
            </a:lvl1pPr>
            <a:lvl2pPr algn="l">
              <a:defRPr sz="825" b="1">
                <a:solidFill>
                  <a:srgbClr val="44724E"/>
                </a:solidFill>
                <a:latin typeface="Arial"/>
                <a:ea typeface="Arial"/>
                <a:cs typeface="Arial"/>
              </a:defRPr>
            </a:lvl2pPr>
            <a:lvl3pPr algn="l">
              <a:defRPr sz="825" b="1">
                <a:solidFill>
                  <a:srgbClr val="44724E"/>
                </a:solidFill>
                <a:latin typeface="Arial"/>
                <a:ea typeface="Arial"/>
                <a:cs typeface="Arial"/>
              </a:defRPr>
            </a:lvl3pPr>
            <a:lvl4pPr algn="l">
              <a:defRPr sz="825" b="1">
                <a:solidFill>
                  <a:srgbClr val="44724E"/>
                </a:solidFill>
                <a:latin typeface="Arial"/>
                <a:ea typeface="Arial"/>
                <a:cs typeface="Arial"/>
              </a:defRPr>
            </a:lvl4pPr>
            <a:lvl5pPr algn="l">
              <a:defRPr sz="825" b="1">
                <a:solidFill>
                  <a:srgbClr val="44724E"/>
                </a:solidFill>
                <a:latin typeface="Arial"/>
                <a:ea typeface="Arial"/>
                <a:cs typeface="Arial"/>
              </a:defRPr>
            </a:lvl5pPr>
            <a:lvl6pPr algn="l">
              <a:defRPr sz="825" b="1">
                <a:solidFill>
                  <a:srgbClr val="44724E"/>
                </a:solidFill>
                <a:latin typeface="Arial"/>
                <a:ea typeface="Arial"/>
                <a:cs typeface="Arial"/>
              </a:defRPr>
            </a:lvl6pPr>
            <a:lvl7pPr algn="l">
              <a:defRPr sz="825" b="1">
                <a:solidFill>
                  <a:srgbClr val="44724E"/>
                </a:solidFill>
                <a:latin typeface="Arial"/>
                <a:ea typeface="Arial"/>
                <a:cs typeface="Arial"/>
              </a:defRPr>
            </a:lvl7pPr>
            <a:lvl8pPr algn="l">
              <a:defRPr sz="825" b="1">
                <a:solidFill>
                  <a:srgbClr val="44724E"/>
                </a:solidFill>
                <a:latin typeface="Arial"/>
                <a:ea typeface="Arial"/>
                <a:cs typeface="Arial"/>
              </a:defRPr>
            </a:lvl8pPr>
            <a:lvl9pPr algn="l">
              <a:defRPr sz="825" b="1">
                <a:solidFill>
                  <a:srgbClr val="44724E"/>
                </a:solidFill>
                <a:latin typeface="Arial"/>
                <a:ea typeface="Arial"/>
                <a:cs typeface="Arial"/>
              </a:defRPr>
            </a:lvl9pPr>
          </a:lstStyle>
          <a:p xmlns:a="http://schemas.openxmlformats.org/drawingml/2006/main">
            <a:pPr algn="l">
              <a:defRPr sz="825" b="1">
                <a:solidFill>
                  <a:srgbClr val="44724E"/>
                </a:solidFill>
                <a:latin typeface="Arial"/>
                <a:ea typeface="Arial"/>
                <a:cs typeface="Arial"/>
              </a:defRPr>
            </a:pPr>
            <a:r>
              <a:rPr sz="825" b="1">
                <a:solidFill>
                  <a:srgbClr val="44724E"/>
                </a:solidFill>
                <a:latin typeface="Arial"/>
                <a:ea typeface="Arial"/>
                <a:cs typeface="Arial"/>
              </a:rPr>
              <a:t>DATA</a:t>
            </a:r>
          </a:p>
        </p:txBody>
      </p:sp>
      <p:sp>
        <p:nvSpPr>
          <p:cNvPr id="6" name="tech-1-title">
            <a:extLst xmlns:a="http://schemas.openxmlformats.org/drawingml/2006/main">
              <a:ext uri="{FF2B5EF4-FFF2-40B4-BE49-F238E27FC236}">
                <a16:creationId xmlns:a16="http://schemas.microsoft.com/office/drawing/2014/main" id="{0D5E3678-4AE9-475D-AD1B-7970985DAA9C}"/>
              </a:ext>
            </a:extLst>
          </p:cNvPr>
          <p:cNvSpPr>
            <a:spLocks xmlns:a="http://schemas.openxmlformats.org/drawingml/2006/main" noGrp="1"/>
          </p:cNvSpPr>
          <p:nvPr/>
        </p:nvSpPr>
        <p:spPr>
          <a:xfrm xmlns:a="http://schemas.openxmlformats.org/drawingml/2006/main">
            <a:off x="790575" y="265747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83525"/>
                </a:solidFill>
                <a:latin typeface="Georgia"/>
                <a:ea typeface="Georgia"/>
                <a:cs typeface="Georgia"/>
              </a:defRPr>
            </a:defPPr>
            <a:lvl1pPr algn="l">
              <a:defRPr sz="1725" b="0">
                <a:solidFill>
                  <a:srgbClr val="183525"/>
                </a:solidFill>
                <a:latin typeface="Georgia"/>
                <a:ea typeface="Georgia"/>
                <a:cs typeface="Georgia"/>
              </a:defRPr>
            </a:lvl1pPr>
            <a:lvl2pPr algn="l">
              <a:defRPr sz="1725" b="0">
                <a:solidFill>
                  <a:srgbClr val="183525"/>
                </a:solidFill>
                <a:latin typeface="Georgia"/>
                <a:ea typeface="Georgia"/>
                <a:cs typeface="Georgia"/>
              </a:defRPr>
            </a:lvl2pPr>
            <a:lvl3pPr algn="l">
              <a:defRPr sz="1725" b="0">
                <a:solidFill>
                  <a:srgbClr val="183525"/>
                </a:solidFill>
                <a:latin typeface="Georgia"/>
                <a:ea typeface="Georgia"/>
                <a:cs typeface="Georgia"/>
              </a:defRPr>
            </a:lvl3pPr>
            <a:lvl4pPr algn="l">
              <a:defRPr sz="1725" b="0">
                <a:solidFill>
                  <a:srgbClr val="183525"/>
                </a:solidFill>
                <a:latin typeface="Georgia"/>
                <a:ea typeface="Georgia"/>
                <a:cs typeface="Georgia"/>
              </a:defRPr>
            </a:lvl4pPr>
            <a:lvl5pPr algn="l">
              <a:defRPr sz="1725" b="0">
                <a:solidFill>
                  <a:srgbClr val="183525"/>
                </a:solidFill>
                <a:latin typeface="Georgia"/>
                <a:ea typeface="Georgia"/>
                <a:cs typeface="Georgia"/>
              </a:defRPr>
            </a:lvl5pPr>
            <a:lvl6pPr algn="l">
              <a:defRPr sz="1725" b="0">
                <a:solidFill>
                  <a:srgbClr val="183525"/>
                </a:solidFill>
                <a:latin typeface="Georgia"/>
                <a:ea typeface="Georgia"/>
                <a:cs typeface="Georgia"/>
              </a:defRPr>
            </a:lvl6pPr>
            <a:lvl7pPr algn="l">
              <a:defRPr sz="1725" b="0">
                <a:solidFill>
                  <a:srgbClr val="183525"/>
                </a:solidFill>
                <a:latin typeface="Georgia"/>
                <a:ea typeface="Georgia"/>
                <a:cs typeface="Georgia"/>
              </a:defRPr>
            </a:lvl7pPr>
            <a:lvl8pPr algn="l">
              <a:defRPr sz="1725" b="0">
                <a:solidFill>
                  <a:srgbClr val="183525"/>
                </a:solidFill>
                <a:latin typeface="Georgia"/>
                <a:ea typeface="Georgia"/>
                <a:cs typeface="Georgia"/>
              </a:defRPr>
            </a:lvl8pPr>
            <a:lvl9pPr algn="l">
              <a:defRPr sz="1725" b="0">
                <a:solidFill>
                  <a:srgbClr val="183525"/>
                </a:solidFill>
                <a:latin typeface="Georgia"/>
                <a:ea typeface="Georgia"/>
                <a:cs typeface="Georgia"/>
              </a:defRPr>
            </a:lvl9pPr>
          </a:lstStyle>
          <a:p xmlns:a="http://schemas.openxmlformats.org/drawingml/2006/main">
            <a:pPr algn="l">
              <a:defRPr sz="1725" b="0">
                <a:solidFill>
                  <a:srgbClr val="183525"/>
                </a:solidFill>
                <a:latin typeface="Georgia"/>
                <a:ea typeface="Georgia"/>
                <a:cs typeface="Georgia"/>
              </a:defRPr>
            </a:pPr>
            <a:r>
              <a:rPr sz="1725" b="0">
                <a:solidFill>
                  <a:srgbClr val="183525"/>
                </a:solidFill>
                <a:latin typeface="Georgia"/>
                <a:ea typeface="Georgia"/>
                <a:cs typeface="Georgia"/>
              </a:rPr>
              <a:t>Zetaris</a:t>
            </a:r>
          </a:p>
        </p:txBody>
      </p:sp>
      <p:sp>
        <p:nvSpPr>
          <p:cNvPr id="7" name="tech-1-body">
            <a:extLst xmlns:a="http://schemas.openxmlformats.org/drawingml/2006/main">
              <a:ext uri="{FF2B5EF4-FFF2-40B4-BE49-F238E27FC236}">
                <a16:creationId xmlns:a16="http://schemas.microsoft.com/office/drawing/2014/main" id="{AEB3BE77-8842-4C04-BE10-4306D3090FC7}"/>
              </a:ext>
            </a:extLst>
          </p:cNvPr>
          <p:cNvSpPr>
            <a:spLocks xmlns:a="http://schemas.openxmlformats.org/drawingml/2006/main" noGrp="1"/>
          </p:cNvSpPr>
          <p:nvPr/>
        </p:nvSpPr>
        <p:spPr>
          <a:xfrm xmlns:a="http://schemas.openxmlformats.org/drawingml/2006/main">
            <a:off x="3352800" y="2438400"/>
            <a:ext cx="3476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9766B"/>
                </a:solidFill>
                <a:latin typeface="Arial"/>
                <a:ea typeface="Arial"/>
                <a:cs typeface="Arial"/>
              </a:defRPr>
            </a:defPPr>
            <a:lvl1pPr algn="l">
              <a:defRPr sz="1125" b="0">
                <a:solidFill>
                  <a:srgbClr val="69766B"/>
                </a:solidFill>
                <a:latin typeface="Arial"/>
                <a:ea typeface="Arial"/>
                <a:cs typeface="Arial"/>
              </a:defRPr>
            </a:lvl1pPr>
            <a:lvl2pPr algn="l">
              <a:defRPr sz="1125" b="0">
                <a:solidFill>
                  <a:srgbClr val="69766B"/>
                </a:solidFill>
                <a:latin typeface="Arial"/>
                <a:ea typeface="Arial"/>
                <a:cs typeface="Arial"/>
              </a:defRPr>
            </a:lvl2pPr>
            <a:lvl3pPr algn="l">
              <a:defRPr sz="1125" b="0">
                <a:solidFill>
                  <a:srgbClr val="69766B"/>
                </a:solidFill>
                <a:latin typeface="Arial"/>
                <a:ea typeface="Arial"/>
                <a:cs typeface="Arial"/>
              </a:defRPr>
            </a:lvl3pPr>
            <a:lvl4pPr algn="l">
              <a:defRPr sz="1125" b="0">
                <a:solidFill>
                  <a:srgbClr val="69766B"/>
                </a:solidFill>
                <a:latin typeface="Arial"/>
                <a:ea typeface="Arial"/>
                <a:cs typeface="Arial"/>
              </a:defRPr>
            </a:lvl4pPr>
            <a:lvl5pPr algn="l">
              <a:defRPr sz="1125" b="0">
                <a:solidFill>
                  <a:srgbClr val="69766B"/>
                </a:solidFill>
                <a:latin typeface="Arial"/>
                <a:ea typeface="Arial"/>
                <a:cs typeface="Arial"/>
              </a:defRPr>
            </a:lvl5pPr>
            <a:lvl6pPr algn="l">
              <a:defRPr sz="1125" b="0">
                <a:solidFill>
                  <a:srgbClr val="69766B"/>
                </a:solidFill>
                <a:latin typeface="Arial"/>
                <a:ea typeface="Arial"/>
                <a:cs typeface="Arial"/>
              </a:defRPr>
            </a:lvl6pPr>
            <a:lvl7pPr algn="l">
              <a:defRPr sz="1125" b="0">
                <a:solidFill>
                  <a:srgbClr val="69766B"/>
                </a:solidFill>
                <a:latin typeface="Arial"/>
                <a:ea typeface="Arial"/>
                <a:cs typeface="Arial"/>
              </a:defRPr>
            </a:lvl7pPr>
            <a:lvl8pPr algn="l">
              <a:defRPr sz="1125" b="0">
                <a:solidFill>
                  <a:srgbClr val="69766B"/>
                </a:solidFill>
                <a:latin typeface="Arial"/>
                <a:ea typeface="Arial"/>
                <a:cs typeface="Arial"/>
              </a:defRPr>
            </a:lvl8pPr>
            <a:lvl9pPr algn="l">
              <a:defRPr sz="1125" b="0">
                <a:solidFill>
                  <a:srgbClr val="69766B"/>
                </a:solidFill>
                <a:latin typeface="Arial"/>
                <a:ea typeface="Arial"/>
                <a:cs typeface="Arial"/>
              </a:defRPr>
            </a:lvl9pPr>
          </a:lstStyle>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Typed SQL helpers read county prices, weather, news, storage rules and farmer history from maize views.</a:t>
            </a:r>
          </a:p>
        </p:txBody>
      </p:sp>
      <p:sp>
        <p:nvSpPr>
          <p:cNvPr id="8" name="tech-1-rule">
            <a:extLst xmlns:a="http://schemas.openxmlformats.org/drawingml/2006/main">
              <a:ext uri="{FF2B5EF4-FFF2-40B4-BE49-F238E27FC236}">
                <a16:creationId xmlns:a16="http://schemas.microsoft.com/office/drawing/2014/main" id="{2D689011-5B23-4945-8495-BB93566314B5}"/>
              </a:ext>
            </a:extLst>
          </p:cNvPr>
          <p:cNvSpPr>
            <a:spLocks xmlns:a="http://schemas.openxmlformats.org/drawingml/2006/main" noGrp="1"/>
          </p:cNvSpPr>
          <p:nvPr/>
        </p:nvSpPr>
        <p:spPr>
          <a:xfrm xmlns:a="http://schemas.openxmlformats.org/drawingml/2006/main">
            <a:off x="790575" y="3181350"/>
            <a:ext cx="6048375"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9" name="tech-2-mark">
            <a:extLst xmlns:a="http://schemas.openxmlformats.org/drawingml/2006/main">
              <a:ext uri="{FF2B5EF4-FFF2-40B4-BE49-F238E27FC236}">
                <a16:creationId xmlns:a16="http://schemas.microsoft.com/office/drawing/2014/main" id="{95B1B5B0-E953-4CF8-B6F2-8D201C41D4E5}"/>
              </a:ext>
            </a:extLst>
          </p:cNvPr>
          <p:cNvSpPr>
            <a:spLocks xmlns:a="http://schemas.openxmlformats.org/drawingml/2006/main" noGrp="1"/>
          </p:cNvSpPr>
          <p:nvPr/>
        </p:nvSpPr>
        <p:spPr>
          <a:xfrm xmlns:a="http://schemas.openxmlformats.org/drawingml/2006/main">
            <a:off x="790575" y="3324225"/>
            <a:ext cx="112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C78A38"/>
                </a:solidFill>
                <a:latin typeface="Arial"/>
                <a:ea typeface="Arial"/>
                <a:cs typeface="Arial"/>
              </a:defRPr>
            </a:defPPr>
            <a:lvl1pPr algn="l">
              <a:defRPr sz="825" b="1">
                <a:solidFill>
                  <a:srgbClr val="C78A38"/>
                </a:solidFill>
                <a:latin typeface="Arial"/>
                <a:ea typeface="Arial"/>
                <a:cs typeface="Arial"/>
              </a:defRPr>
            </a:lvl1pPr>
            <a:lvl2pPr algn="l">
              <a:defRPr sz="825" b="1">
                <a:solidFill>
                  <a:srgbClr val="C78A38"/>
                </a:solidFill>
                <a:latin typeface="Arial"/>
                <a:ea typeface="Arial"/>
                <a:cs typeface="Arial"/>
              </a:defRPr>
            </a:lvl2pPr>
            <a:lvl3pPr algn="l">
              <a:defRPr sz="825" b="1">
                <a:solidFill>
                  <a:srgbClr val="C78A38"/>
                </a:solidFill>
                <a:latin typeface="Arial"/>
                <a:ea typeface="Arial"/>
                <a:cs typeface="Arial"/>
              </a:defRPr>
            </a:lvl3pPr>
            <a:lvl4pPr algn="l">
              <a:defRPr sz="825" b="1">
                <a:solidFill>
                  <a:srgbClr val="C78A38"/>
                </a:solidFill>
                <a:latin typeface="Arial"/>
                <a:ea typeface="Arial"/>
                <a:cs typeface="Arial"/>
              </a:defRPr>
            </a:lvl4pPr>
            <a:lvl5pPr algn="l">
              <a:defRPr sz="825" b="1">
                <a:solidFill>
                  <a:srgbClr val="C78A38"/>
                </a:solidFill>
                <a:latin typeface="Arial"/>
                <a:ea typeface="Arial"/>
                <a:cs typeface="Arial"/>
              </a:defRPr>
            </a:lvl5pPr>
            <a:lvl6pPr algn="l">
              <a:defRPr sz="825" b="1">
                <a:solidFill>
                  <a:srgbClr val="C78A38"/>
                </a:solidFill>
                <a:latin typeface="Arial"/>
                <a:ea typeface="Arial"/>
                <a:cs typeface="Arial"/>
              </a:defRPr>
            </a:lvl6pPr>
            <a:lvl7pPr algn="l">
              <a:defRPr sz="825" b="1">
                <a:solidFill>
                  <a:srgbClr val="C78A38"/>
                </a:solidFill>
                <a:latin typeface="Arial"/>
                <a:ea typeface="Arial"/>
                <a:cs typeface="Arial"/>
              </a:defRPr>
            </a:lvl7pPr>
            <a:lvl8pPr algn="l">
              <a:defRPr sz="825" b="1">
                <a:solidFill>
                  <a:srgbClr val="C78A38"/>
                </a:solidFill>
                <a:latin typeface="Arial"/>
                <a:ea typeface="Arial"/>
                <a:cs typeface="Arial"/>
              </a:defRPr>
            </a:lvl8pPr>
            <a:lvl9pPr algn="l">
              <a:defRPr sz="825" b="1">
                <a:solidFill>
                  <a:srgbClr val="C78A38"/>
                </a:solidFill>
                <a:latin typeface="Arial"/>
                <a:ea typeface="Arial"/>
                <a:cs typeface="Arial"/>
              </a:defRPr>
            </a:lvl9pPr>
          </a:lstStyle>
          <a:p xmlns:a="http://schemas.openxmlformats.org/drawingml/2006/main">
            <a:pPr algn="l">
              <a:defRPr sz="825" b="1">
                <a:solidFill>
                  <a:srgbClr val="C78A38"/>
                </a:solidFill>
                <a:latin typeface="Arial"/>
                <a:ea typeface="Arial"/>
                <a:cs typeface="Arial"/>
              </a:defRPr>
            </a:pPr>
            <a:r>
              <a:rPr sz="825" b="1">
                <a:solidFill>
                  <a:srgbClr val="C78A38"/>
                </a:solidFill>
                <a:latin typeface="Arial"/>
                <a:ea typeface="Arial"/>
                <a:cs typeface="Arial"/>
              </a:rPr>
              <a:t>REASONING</a:t>
            </a:r>
          </a:p>
        </p:txBody>
      </p:sp>
      <p:sp>
        <p:nvSpPr>
          <p:cNvPr id="10" name="tech-2-title">
            <a:extLst xmlns:a="http://schemas.openxmlformats.org/drawingml/2006/main">
              <a:ext uri="{FF2B5EF4-FFF2-40B4-BE49-F238E27FC236}">
                <a16:creationId xmlns:a16="http://schemas.microsoft.com/office/drawing/2014/main" id="{ECE51892-6F7E-4091-AF96-74AB4C3301D0}"/>
              </a:ext>
            </a:extLst>
          </p:cNvPr>
          <p:cNvSpPr>
            <a:spLocks xmlns:a="http://schemas.openxmlformats.org/drawingml/2006/main" noGrp="1"/>
          </p:cNvSpPr>
          <p:nvPr/>
        </p:nvSpPr>
        <p:spPr>
          <a:xfrm xmlns:a="http://schemas.openxmlformats.org/drawingml/2006/main">
            <a:off x="790575" y="35814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83525"/>
                </a:solidFill>
                <a:latin typeface="Georgia"/>
                <a:ea typeface="Georgia"/>
                <a:cs typeface="Georgia"/>
              </a:defRPr>
            </a:defPPr>
            <a:lvl1pPr algn="l">
              <a:defRPr sz="1725" b="0">
                <a:solidFill>
                  <a:srgbClr val="183525"/>
                </a:solidFill>
                <a:latin typeface="Georgia"/>
                <a:ea typeface="Georgia"/>
                <a:cs typeface="Georgia"/>
              </a:defRPr>
            </a:lvl1pPr>
            <a:lvl2pPr algn="l">
              <a:defRPr sz="1725" b="0">
                <a:solidFill>
                  <a:srgbClr val="183525"/>
                </a:solidFill>
                <a:latin typeface="Georgia"/>
                <a:ea typeface="Georgia"/>
                <a:cs typeface="Georgia"/>
              </a:defRPr>
            </a:lvl2pPr>
            <a:lvl3pPr algn="l">
              <a:defRPr sz="1725" b="0">
                <a:solidFill>
                  <a:srgbClr val="183525"/>
                </a:solidFill>
                <a:latin typeface="Georgia"/>
                <a:ea typeface="Georgia"/>
                <a:cs typeface="Georgia"/>
              </a:defRPr>
            </a:lvl3pPr>
            <a:lvl4pPr algn="l">
              <a:defRPr sz="1725" b="0">
                <a:solidFill>
                  <a:srgbClr val="183525"/>
                </a:solidFill>
                <a:latin typeface="Georgia"/>
                <a:ea typeface="Georgia"/>
                <a:cs typeface="Georgia"/>
              </a:defRPr>
            </a:lvl4pPr>
            <a:lvl5pPr algn="l">
              <a:defRPr sz="1725" b="0">
                <a:solidFill>
                  <a:srgbClr val="183525"/>
                </a:solidFill>
                <a:latin typeface="Georgia"/>
                <a:ea typeface="Georgia"/>
                <a:cs typeface="Georgia"/>
              </a:defRPr>
            </a:lvl5pPr>
            <a:lvl6pPr algn="l">
              <a:defRPr sz="1725" b="0">
                <a:solidFill>
                  <a:srgbClr val="183525"/>
                </a:solidFill>
                <a:latin typeface="Georgia"/>
                <a:ea typeface="Georgia"/>
                <a:cs typeface="Georgia"/>
              </a:defRPr>
            </a:lvl6pPr>
            <a:lvl7pPr algn="l">
              <a:defRPr sz="1725" b="0">
                <a:solidFill>
                  <a:srgbClr val="183525"/>
                </a:solidFill>
                <a:latin typeface="Georgia"/>
                <a:ea typeface="Georgia"/>
                <a:cs typeface="Georgia"/>
              </a:defRPr>
            </a:lvl7pPr>
            <a:lvl8pPr algn="l">
              <a:defRPr sz="1725" b="0">
                <a:solidFill>
                  <a:srgbClr val="183525"/>
                </a:solidFill>
                <a:latin typeface="Georgia"/>
                <a:ea typeface="Georgia"/>
                <a:cs typeface="Georgia"/>
              </a:defRPr>
            </a:lvl8pPr>
            <a:lvl9pPr algn="l">
              <a:defRPr sz="1725" b="0">
                <a:solidFill>
                  <a:srgbClr val="183525"/>
                </a:solidFill>
                <a:latin typeface="Georgia"/>
                <a:ea typeface="Georgia"/>
                <a:cs typeface="Georgia"/>
              </a:defRPr>
            </a:lvl9pPr>
          </a:lstStyle>
          <a:p xmlns:a="http://schemas.openxmlformats.org/drawingml/2006/main">
            <a:pPr algn="l">
              <a:defRPr sz="1725" b="0">
                <a:solidFill>
                  <a:srgbClr val="183525"/>
                </a:solidFill>
                <a:latin typeface="Georgia"/>
                <a:ea typeface="Georgia"/>
                <a:cs typeface="Georgia"/>
              </a:defRPr>
            </a:pPr>
            <a:r>
              <a:rPr sz="1725" b="0">
                <a:solidFill>
                  <a:srgbClr val="183525"/>
                </a:solidFill>
                <a:latin typeface="Georgia"/>
                <a:ea typeface="Georgia"/>
                <a:cs typeface="Georgia"/>
              </a:rPr>
              <a:t>Meterless</a:t>
            </a:r>
          </a:p>
        </p:txBody>
      </p:sp>
      <p:sp>
        <p:nvSpPr>
          <p:cNvPr id="11" name="tech-2-body">
            <a:extLst xmlns:a="http://schemas.openxmlformats.org/drawingml/2006/main">
              <a:ext uri="{FF2B5EF4-FFF2-40B4-BE49-F238E27FC236}">
                <a16:creationId xmlns:a16="http://schemas.microsoft.com/office/drawing/2014/main" id="{B3E128EF-B03E-4489-8247-34CF99EA6907}"/>
              </a:ext>
            </a:extLst>
          </p:cNvPr>
          <p:cNvSpPr>
            <a:spLocks xmlns:a="http://schemas.openxmlformats.org/drawingml/2006/main" noGrp="1"/>
          </p:cNvSpPr>
          <p:nvPr/>
        </p:nvSpPr>
        <p:spPr>
          <a:xfrm xmlns:a="http://schemas.openxmlformats.org/drawingml/2006/main">
            <a:off x="3352800" y="3362325"/>
            <a:ext cx="3476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9766B"/>
                </a:solidFill>
                <a:latin typeface="Arial"/>
                <a:ea typeface="Arial"/>
                <a:cs typeface="Arial"/>
              </a:defRPr>
            </a:defPPr>
            <a:lvl1pPr algn="l">
              <a:defRPr sz="1125" b="0">
                <a:solidFill>
                  <a:srgbClr val="69766B"/>
                </a:solidFill>
                <a:latin typeface="Arial"/>
                <a:ea typeface="Arial"/>
                <a:cs typeface="Arial"/>
              </a:defRPr>
            </a:lvl1pPr>
            <a:lvl2pPr algn="l">
              <a:defRPr sz="1125" b="0">
                <a:solidFill>
                  <a:srgbClr val="69766B"/>
                </a:solidFill>
                <a:latin typeface="Arial"/>
                <a:ea typeface="Arial"/>
                <a:cs typeface="Arial"/>
              </a:defRPr>
            </a:lvl2pPr>
            <a:lvl3pPr algn="l">
              <a:defRPr sz="1125" b="0">
                <a:solidFill>
                  <a:srgbClr val="69766B"/>
                </a:solidFill>
                <a:latin typeface="Arial"/>
                <a:ea typeface="Arial"/>
                <a:cs typeface="Arial"/>
              </a:defRPr>
            </a:lvl3pPr>
            <a:lvl4pPr algn="l">
              <a:defRPr sz="1125" b="0">
                <a:solidFill>
                  <a:srgbClr val="69766B"/>
                </a:solidFill>
                <a:latin typeface="Arial"/>
                <a:ea typeface="Arial"/>
                <a:cs typeface="Arial"/>
              </a:defRPr>
            </a:lvl4pPr>
            <a:lvl5pPr algn="l">
              <a:defRPr sz="1125" b="0">
                <a:solidFill>
                  <a:srgbClr val="69766B"/>
                </a:solidFill>
                <a:latin typeface="Arial"/>
                <a:ea typeface="Arial"/>
                <a:cs typeface="Arial"/>
              </a:defRPr>
            </a:lvl5pPr>
            <a:lvl6pPr algn="l">
              <a:defRPr sz="1125" b="0">
                <a:solidFill>
                  <a:srgbClr val="69766B"/>
                </a:solidFill>
                <a:latin typeface="Arial"/>
                <a:ea typeface="Arial"/>
                <a:cs typeface="Arial"/>
              </a:defRPr>
            </a:lvl6pPr>
            <a:lvl7pPr algn="l">
              <a:defRPr sz="1125" b="0">
                <a:solidFill>
                  <a:srgbClr val="69766B"/>
                </a:solidFill>
                <a:latin typeface="Arial"/>
                <a:ea typeface="Arial"/>
                <a:cs typeface="Arial"/>
              </a:defRPr>
            </a:lvl7pPr>
            <a:lvl8pPr algn="l">
              <a:defRPr sz="1125" b="0">
                <a:solidFill>
                  <a:srgbClr val="69766B"/>
                </a:solidFill>
                <a:latin typeface="Arial"/>
                <a:ea typeface="Arial"/>
                <a:cs typeface="Arial"/>
              </a:defRPr>
            </a:lvl8pPr>
            <a:lvl9pPr algn="l">
              <a:defRPr sz="1125" b="0">
                <a:solidFill>
                  <a:srgbClr val="69766B"/>
                </a:solidFill>
                <a:latin typeface="Arial"/>
                <a:ea typeface="Arial"/>
                <a:cs typeface="Arial"/>
              </a:defRPr>
            </a:lvl9pPr>
          </a:lstStyle>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The agent wording adapter uses an OpenAI-compatible chat interface and traces model, status and latency.</a:t>
            </a:r>
          </a:p>
        </p:txBody>
      </p:sp>
      <p:sp>
        <p:nvSpPr>
          <p:cNvPr id="12" name="tech-2-rule">
            <a:extLst xmlns:a="http://schemas.openxmlformats.org/drawingml/2006/main">
              <a:ext uri="{FF2B5EF4-FFF2-40B4-BE49-F238E27FC236}">
                <a16:creationId xmlns:a16="http://schemas.microsoft.com/office/drawing/2014/main" id="{2B2C97C9-B6CF-4939-A924-8C3358F26CC0}"/>
              </a:ext>
            </a:extLst>
          </p:cNvPr>
          <p:cNvSpPr>
            <a:spLocks xmlns:a="http://schemas.openxmlformats.org/drawingml/2006/main" noGrp="1"/>
          </p:cNvSpPr>
          <p:nvPr/>
        </p:nvSpPr>
        <p:spPr>
          <a:xfrm xmlns:a="http://schemas.openxmlformats.org/drawingml/2006/main">
            <a:off x="790575" y="4105275"/>
            <a:ext cx="6048375"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13" name="tech-3-mark">
            <a:extLst xmlns:a="http://schemas.openxmlformats.org/drawingml/2006/main">
              <a:ext uri="{FF2B5EF4-FFF2-40B4-BE49-F238E27FC236}">
                <a16:creationId xmlns:a16="http://schemas.microsoft.com/office/drawing/2014/main" id="{2EBA032E-0F53-4D68-A4F2-01B6553FD0CA}"/>
              </a:ext>
            </a:extLst>
          </p:cNvPr>
          <p:cNvSpPr>
            <a:spLocks xmlns:a="http://schemas.openxmlformats.org/drawingml/2006/main" noGrp="1"/>
          </p:cNvSpPr>
          <p:nvPr/>
        </p:nvSpPr>
        <p:spPr>
          <a:xfrm xmlns:a="http://schemas.openxmlformats.org/drawingml/2006/main">
            <a:off x="790575" y="4248150"/>
            <a:ext cx="112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486C75"/>
                </a:solidFill>
                <a:latin typeface="Arial"/>
                <a:ea typeface="Arial"/>
                <a:cs typeface="Arial"/>
              </a:defRPr>
            </a:defPPr>
            <a:lvl1pPr algn="l">
              <a:defRPr sz="825" b="1">
                <a:solidFill>
                  <a:srgbClr val="486C75"/>
                </a:solidFill>
                <a:latin typeface="Arial"/>
                <a:ea typeface="Arial"/>
                <a:cs typeface="Arial"/>
              </a:defRPr>
            </a:lvl1pPr>
            <a:lvl2pPr algn="l">
              <a:defRPr sz="825" b="1">
                <a:solidFill>
                  <a:srgbClr val="486C75"/>
                </a:solidFill>
                <a:latin typeface="Arial"/>
                <a:ea typeface="Arial"/>
                <a:cs typeface="Arial"/>
              </a:defRPr>
            </a:lvl2pPr>
            <a:lvl3pPr algn="l">
              <a:defRPr sz="825" b="1">
                <a:solidFill>
                  <a:srgbClr val="486C75"/>
                </a:solidFill>
                <a:latin typeface="Arial"/>
                <a:ea typeface="Arial"/>
                <a:cs typeface="Arial"/>
              </a:defRPr>
            </a:lvl3pPr>
            <a:lvl4pPr algn="l">
              <a:defRPr sz="825" b="1">
                <a:solidFill>
                  <a:srgbClr val="486C75"/>
                </a:solidFill>
                <a:latin typeface="Arial"/>
                <a:ea typeface="Arial"/>
                <a:cs typeface="Arial"/>
              </a:defRPr>
            </a:lvl4pPr>
            <a:lvl5pPr algn="l">
              <a:defRPr sz="825" b="1">
                <a:solidFill>
                  <a:srgbClr val="486C75"/>
                </a:solidFill>
                <a:latin typeface="Arial"/>
                <a:ea typeface="Arial"/>
                <a:cs typeface="Arial"/>
              </a:defRPr>
            </a:lvl5pPr>
            <a:lvl6pPr algn="l">
              <a:defRPr sz="825" b="1">
                <a:solidFill>
                  <a:srgbClr val="486C75"/>
                </a:solidFill>
                <a:latin typeface="Arial"/>
                <a:ea typeface="Arial"/>
                <a:cs typeface="Arial"/>
              </a:defRPr>
            </a:lvl6pPr>
            <a:lvl7pPr algn="l">
              <a:defRPr sz="825" b="1">
                <a:solidFill>
                  <a:srgbClr val="486C75"/>
                </a:solidFill>
                <a:latin typeface="Arial"/>
                <a:ea typeface="Arial"/>
                <a:cs typeface="Arial"/>
              </a:defRPr>
            </a:lvl7pPr>
            <a:lvl8pPr algn="l">
              <a:defRPr sz="825" b="1">
                <a:solidFill>
                  <a:srgbClr val="486C75"/>
                </a:solidFill>
                <a:latin typeface="Arial"/>
                <a:ea typeface="Arial"/>
                <a:cs typeface="Arial"/>
              </a:defRPr>
            </a:lvl8pPr>
            <a:lvl9pPr algn="l">
              <a:defRPr sz="825" b="1">
                <a:solidFill>
                  <a:srgbClr val="486C75"/>
                </a:solidFill>
                <a:latin typeface="Arial"/>
                <a:ea typeface="Arial"/>
                <a:cs typeface="Arial"/>
              </a:defRPr>
            </a:lvl9pPr>
          </a:lstStyle>
          <a:p xmlns:a="http://schemas.openxmlformats.org/drawingml/2006/main">
            <a:pPr algn="l">
              <a:defRPr sz="825" b="1">
                <a:solidFill>
                  <a:srgbClr val="486C75"/>
                </a:solidFill>
                <a:latin typeface="Arial"/>
                <a:ea typeface="Arial"/>
                <a:cs typeface="Arial"/>
              </a:defRPr>
            </a:pPr>
            <a:r>
              <a:rPr sz="825" b="1">
                <a:solidFill>
                  <a:srgbClr val="486C75"/>
                </a:solidFill>
                <a:latin typeface="Arial"/>
                <a:ea typeface="Arial"/>
                <a:cs typeface="Arial"/>
              </a:rPr>
              <a:t>MODEL PATH</a:t>
            </a:r>
          </a:p>
        </p:txBody>
      </p:sp>
      <p:sp>
        <p:nvSpPr>
          <p:cNvPr id="14" name="tech-3-title">
            <a:extLst xmlns:a="http://schemas.openxmlformats.org/drawingml/2006/main">
              <a:ext uri="{FF2B5EF4-FFF2-40B4-BE49-F238E27FC236}">
                <a16:creationId xmlns:a16="http://schemas.microsoft.com/office/drawing/2014/main" id="{653340AA-846D-4303-A69C-1B54F1C830D1}"/>
              </a:ext>
            </a:extLst>
          </p:cNvPr>
          <p:cNvSpPr>
            <a:spLocks xmlns:a="http://schemas.openxmlformats.org/drawingml/2006/main" noGrp="1"/>
          </p:cNvSpPr>
          <p:nvPr/>
        </p:nvSpPr>
        <p:spPr>
          <a:xfrm xmlns:a="http://schemas.openxmlformats.org/drawingml/2006/main">
            <a:off x="790575" y="450532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83525"/>
                </a:solidFill>
                <a:latin typeface="Georgia"/>
                <a:ea typeface="Georgia"/>
                <a:cs typeface="Georgia"/>
              </a:defRPr>
            </a:defPPr>
            <a:lvl1pPr algn="l">
              <a:defRPr sz="1725" b="0">
                <a:solidFill>
                  <a:srgbClr val="183525"/>
                </a:solidFill>
                <a:latin typeface="Georgia"/>
                <a:ea typeface="Georgia"/>
                <a:cs typeface="Georgia"/>
              </a:defRPr>
            </a:lvl1pPr>
            <a:lvl2pPr algn="l">
              <a:defRPr sz="1725" b="0">
                <a:solidFill>
                  <a:srgbClr val="183525"/>
                </a:solidFill>
                <a:latin typeface="Georgia"/>
                <a:ea typeface="Georgia"/>
                <a:cs typeface="Georgia"/>
              </a:defRPr>
            </a:lvl2pPr>
            <a:lvl3pPr algn="l">
              <a:defRPr sz="1725" b="0">
                <a:solidFill>
                  <a:srgbClr val="183525"/>
                </a:solidFill>
                <a:latin typeface="Georgia"/>
                <a:ea typeface="Georgia"/>
                <a:cs typeface="Georgia"/>
              </a:defRPr>
            </a:lvl3pPr>
            <a:lvl4pPr algn="l">
              <a:defRPr sz="1725" b="0">
                <a:solidFill>
                  <a:srgbClr val="183525"/>
                </a:solidFill>
                <a:latin typeface="Georgia"/>
                <a:ea typeface="Georgia"/>
                <a:cs typeface="Georgia"/>
              </a:defRPr>
            </a:lvl4pPr>
            <a:lvl5pPr algn="l">
              <a:defRPr sz="1725" b="0">
                <a:solidFill>
                  <a:srgbClr val="183525"/>
                </a:solidFill>
                <a:latin typeface="Georgia"/>
                <a:ea typeface="Georgia"/>
                <a:cs typeface="Georgia"/>
              </a:defRPr>
            </a:lvl5pPr>
            <a:lvl6pPr algn="l">
              <a:defRPr sz="1725" b="0">
                <a:solidFill>
                  <a:srgbClr val="183525"/>
                </a:solidFill>
                <a:latin typeface="Georgia"/>
                <a:ea typeface="Georgia"/>
                <a:cs typeface="Georgia"/>
              </a:defRPr>
            </a:lvl6pPr>
            <a:lvl7pPr algn="l">
              <a:defRPr sz="1725" b="0">
                <a:solidFill>
                  <a:srgbClr val="183525"/>
                </a:solidFill>
                <a:latin typeface="Georgia"/>
                <a:ea typeface="Georgia"/>
                <a:cs typeface="Georgia"/>
              </a:defRPr>
            </a:lvl7pPr>
            <a:lvl8pPr algn="l">
              <a:defRPr sz="1725" b="0">
                <a:solidFill>
                  <a:srgbClr val="183525"/>
                </a:solidFill>
                <a:latin typeface="Georgia"/>
                <a:ea typeface="Georgia"/>
                <a:cs typeface="Georgia"/>
              </a:defRPr>
            </a:lvl8pPr>
            <a:lvl9pPr algn="l">
              <a:defRPr sz="1725" b="0">
                <a:solidFill>
                  <a:srgbClr val="183525"/>
                </a:solidFill>
                <a:latin typeface="Georgia"/>
                <a:ea typeface="Georgia"/>
                <a:cs typeface="Georgia"/>
              </a:defRPr>
            </a:lvl9pPr>
          </a:lstStyle>
          <a:p xmlns:a="http://schemas.openxmlformats.org/drawingml/2006/main">
            <a:pPr algn="l">
              <a:defRPr sz="1725" b="0">
                <a:solidFill>
                  <a:srgbClr val="183525"/>
                </a:solidFill>
                <a:latin typeface="Georgia"/>
                <a:ea typeface="Georgia"/>
                <a:cs typeface="Georgia"/>
              </a:defRPr>
            </a:pPr>
            <a:r>
              <a:rPr sz="1725" b="0">
                <a:solidFill>
                  <a:srgbClr val="183525"/>
                </a:solidFill>
                <a:latin typeface="Georgia"/>
                <a:ea typeface="Georgia"/>
                <a:cs typeface="Georgia"/>
              </a:rPr>
              <a:t>NVIDIA Nemotron</a:t>
            </a:r>
          </a:p>
        </p:txBody>
      </p:sp>
      <p:sp>
        <p:nvSpPr>
          <p:cNvPr id="15" name="tech-3-body">
            <a:extLst xmlns:a="http://schemas.openxmlformats.org/drawingml/2006/main">
              <a:ext uri="{FF2B5EF4-FFF2-40B4-BE49-F238E27FC236}">
                <a16:creationId xmlns:a16="http://schemas.microsoft.com/office/drawing/2014/main" id="{8DD90959-2EFE-4012-BD89-788DE5C114F0}"/>
              </a:ext>
            </a:extLst>
          </p:cNvPr>
          <p:cNvSpPr>
            <a:spLocks xmlns:a="http://schemas.openxmlformats.org/drawingml/2006/main" noGrp="1"/>
          </p:cNvSpPr>
          <p:nvPr/>
        </p:nvSpPr>
        <p:spPr>
          <a:xfrm xmlns:a="http://schemas.openxmlformats.org/drawingml/2006/main">
            <a:off x="3352800" y="4286250"/>
            <a:ext cx="3476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9766B"/>
                </a:solidFill>
                <a:latin typeface="Arial"/>
                <a:ea typeface="Arial"/>
                <a:cs typeface="Arial"/>
              </a:defRPr>
            </a:defPPr>
            <a:lvl1pPr algn="l">
              <a:defRPr sz="1125" b="0">
                <a:solidFill>
                  <a:srgbClr val="69766B"/>
                </a:solidFill>
                <a:latin typeface="Arial"/>
                <a:ea typeface="Arial"/>
                <a:cs typeface="Arial"/>
              </a:defRPr>
            </a:lvl1pPr>
            <a:lvl2pPr algn="l">
              <a:defRPr sz="1125" b="0">
                <a:solidFill>
                  <a:srgbClr val="69766B"/>
                </a:solidFill>
                <a:latin typeface="Arial"/>
                <a:ea typeface="Arial"/>
                <a:cs typeface="Arial"/>
              </a:defRPr>
            </a:lvl2pPr>
            <a:lvl3pPr algn="l">
              <a:defRPr sz="1125" b="0">
                <a:solidFill>
                  <a:srgbClr val="69766B"/>
                </a:solidFill>
                <a:latin typeface="Arial"/>
                <a:ea typeface="Arial"/>
                <a:cs typeface="Arial"/>
              </a:defRPr>
            </a:lvl3pPr>
            <a:lvl4pPr algn="l">
              <a:defRPr sz="1125" b="0">
                <a:solidFill>
                  <a:srgbClr val="69766B"/>
                </a:solidFill>
                <a:latin typeface="Arial"/>
                <a:ea typeface="Arial"/>
                <a:cs typeface="Arial"/>
              </a:defRPr>
            </a:lvl4pPr>
            <a:lvl5pPr algn="l">
              <a:defRPr sz="1125" b="0">
                <a:solidFill>
                  <a:srgbClr val="69766B"/>
                </a:solidFill>
                <a:latin typeface="Arial"/>
                <a:ea typeface="Arial"/>
                <a:cs typeface="Arial"/>
              </a:defRPr>
            </a:lvl5pPr>
            <a:lvl6pPr algn="l">
              <a:defRPr sz="1125" b="0">
                <a:solidFill>
                  <a:srgbClr val="69766B"/>
                </a:solidFill>
                <a:latin typeface="Arial"/>
                <a:ea typeface="Arial"/>
                <a:cs typeface="Arial"/>
              </a:defRPr>
            </a:lvl6pPr>
            <a:lvl7pPr algn="l">
              <a:defRPr sz="1125" b="0">
                <a:solidFill>
                  <a:srgbClr val="69766B"/>
                </a:solidFill>
                <a:latin typeface="Arial"/>
                <a:ea typeface="Arial"/>
                <a:cs typeface="Arial"/>
              </a:defRPr>
            </a:lvl7pPr>
            <a:lvl8pPr algn="l">
              <a:defRPr sz="1125" b="0">
                <a:solidFill>
                  <a:srgbClr val="69766B"/>
                </a:solidFill>
                <a:latin typeface="Arial"/>
                <a:ea typeface="Arial"/>
                <a:cs typeface="Arial"/>
              </a:defRPr>
            </a:lvl8pPr>
            <a:lvl9pPr algn="l">
              <a:defRPr sz="1125" b="0">
                <a:solidFill>
                  <a:srgbClr val="69766B"/>
                </a:solidFill>
                <a:latin typeface="Arial"/>
                <a:ea typeface="Arial"/>
                <a:cs typeface="Arial"/>
              </a:defRPr>
            </a:lvl9pPr>
          </a:lstStyle>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A selectable NVIDIA provider path exists. Confirm the actual model and lane in a successful run before claiming it in the demo.</a:t>
            </a:r>
          </a:p>
        </p:txBody>
      </p:sp>
      <p:sp>
        <p:nvSpPr>
          <p:cNvPr id="16" name="tech-3-rule">
            <a:extLst xmlns:a="http://schemas.openxmlformats.org/drawingml/2006/main">
              <a:ext uri="{FF2B5EF4-FFF2-40B4-BE49-F238E27FC236}">
                <a16:creationId xmlns:a16="http://schemas.microsoft.com/office/drawing/2014/main" id="{2BF07CEF-95AE-45E9-93E0-32271E55DC70}"/>
              </a:ext>
            </a:extLst>
          </p:cNvPr>
          <p:cNvSpPr>
            <a:spLocks xmlns:a="http://schemas.openxmlformats.org/drawingml/2006/main" noGrp="1"/>
          </p:cNvSpPr>
          <p:nvPr/>
        </p:nvSpPr>
        <p:spPr>
          <a:xfrm xmlns:a="http://schemas.openxmlformats.org/drawingml/2006/main">
            <a:off x="790575" y="5029200"/>
            <a:ext cx="6048375"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17" name="tech-column-rule">
            <a:extLst xmlns:a="http://schemas.openxmlformats.org/drawingml/2006/main">
              <a:ext uri="{FF2B5EF4-FFF2-40B4-BE49-F238E27FC236}">
                <a16:creationId xmlns:a16="http://schemas.microsoft.com/office/drawing/2014/main" id="{BCF452E3-DF93-49EE-AC84-48DD71865E18}"/>
              </a:ext>
            </a:extLst>
          </p:cNvPr>
          <p:cNvSpPr>
            <a:spLocks xmlns:a="http://schemas.openxmlformats.org/drawingml/2006/main" noGrp="1"/>
          </p:cNvSpPr>
          <p:nvPr/>
        </p:nvSpPr>
        <p:spPr>
          <a:xfrm xmlns:a="http://schemas.openxmlformats.org/drawingml/2006/main">
            <a:off x="7381875" y="2428875"/>
            <a:ext cx="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18" name="unique-label">
            <a:extLst xmlns:a="http://schemas.openxmlformats.org/drawingml/2006/main">
              <a:ext uri="{FF2B5EF4-FFF2-40B4-BE49-F238E27FC236}">
                <a16:creationId xmlns:a16="http://schemas.microsoft.com/office/drawing/2014/main" id="{3B7B7EFD-76F0-448B-9C73-4B7025CF3719}"/>
              </a:ext>
            </a:extLst>
          </p:cNvPr>
          <p:cNvSpPr>
            <a:spLocks xmlns:a="http://schemas.openxmlformats.org/drawingml/2006/main" noGrp="1"/>
          </p:cNvSpPr>
          <p:nvPr/>
        </p:nvSpPr>
        <p:spPr>
          <a:xfrm xmlns:a="http://schemas.openxmlformats.org/drawingml/2006/main">
            <a:off x="7800975" y="2505075"/>
            <a:ext cx="3524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C78A38"/>
                </a:solidFill>
                <a:latin typeface="Arial"/>
                <a:ea typeface="Arial"/>
                <a:cs typeface="Arial"/>
              </a:defRPr>
            </a:defPPr>
            <a:lvl1pPr algn="l">
              <a:defRPr sz="900" b="1">
                <a:solidFill>
                  <a:srgbClr val="C78A38"/>
                </a:solidFill>
                <a:latin typeface="Arial"/>
                <a:ea typeface="Arial"/>
                <a:cs typeface="Arial"/>
              </a:defRPr>
            </a:lvl1pPr>
            <a:lvl2pPr algn="l">
              <a:defRPr sz="900" b="1">
                <a:solidFill>
                  <a:srgbClr val="C78A38"/>
                </a:solidFill>
                <a:latin typeface="Arial"/>
                <a:ea typeface="Arial"/>
                <a:cs typeface="Arial"/>
              </a:defRPr>
            </a:lvl2pPr>
            <a:lvl3pPr algn="l">
              <a:defRPr sz="900" b="1">
                <a:solidFill>
                  <a:srgbClr val="C78A38"/>
                </a:solidFill>
                <a:latin typeface="Arial"/>
                <a:ea typeface="Arial"/>
                <a:cs typeface="Arial"/>
              </a:defRPr>
            </a:lvl3pPr>
            <a:lvl4pPr algn="l">
              <a:defRPr sz="900" b="1">
                <a:solidFill>
                  <a:srgbClr val="C78A38"/>
                </a:solidFill>
                <a:latin typeface="Arial"/>
                <a:ea typeface="Arial"/>
                <a:cs typeface="Arial"/>
              </a:defRPr>
            </a:lvl4pPr>
            <a:lvl5pPr algn="l">
              <a:defRPr sz="900" b="1">
                <a:solidFill>
                  <a:srgbClr val="C78A38"/>
                </a:solidFill>
                <a:latin typeface="Arial"/>
                <a:ea typeface="Arial"/>
                <a:cs typeface="Arial"/>
              </a:defRPr>
            </a:lvl5pPr>
            <a:lvl6pPr algn="l">
              <a:defRPr sz="900" b="1">
                <a:solidFill>
                  <a:srgbClr val="C78A38"/>
                </a:solidFill>
                <a:latin typeface="Arial"/>
                <a:ea typeface="Arial"/>
                <a:cs typeface="Arial"/>
              </a:defRPr>
            </a:lvl6pPr>
            <a:lvl7pPr algn="l">
              <a:defRPr sz="900" b="1">
                <a:solidFill>
                  <a:srgbClr val="C78A38"/>
                </a:solidFill>
                <a:latin typeface="Arial"/>
                <a:ea typeface="Arial"/>
                <a:cs typeface="Arial"/>
              </a:defRPr>
            </a:lvl7pPr>
            <a:lvl8pPr algn="l">
              <a:defRPr sz="900" b="1">
                <a:solidFill>
                  <a:srgbClr val="C78A38"/>
                </a:solidFill>
                <a:latin typeface="Arial"/>
                <a:ea typeface="Arial"/>
                <a:cs typeface="Arial"/>
              </a:defRPr>
            </a:lvl8pPr>
            <a:lvl9pPr algn="l">
              <a:defRPr sz="900" b="1">
                <a:solidFill>
                  <a:srgbClr val="C78A38"/>
                </a:solidFill>
                <a:latin typeface="Arial"/>
                <a:ea typeface="Arial"/>
                <a:cs typeface="Arial"/>
              </a:defRPr>
            </a:lvl9pPr>
          </a:lstStyle>
          <a:p xmlns:a="http://schemas.openxmlformats.org/drawingml/2006/main">
            <a:pPr algn="l">
              <a:defRPr sz="900" b="1">
                <a:solidFill>
                  <a:srgbClr val="C78A38"/>
                </a:solidFill>
                <a:latin typeface="Arial"/>
                <a:ea typeface="Arial"/>
                <a:cs typeface="Arial"/>
              </a:defRPr>
            </a:pPr>
            <a:r>
              <a:rPr sz="900" b="1">
                <a:solidFill>
                  <a:srgbClr val="C78A38"/>
                </a:solidFill>
                <a:latin typeface="Arial"/>
                <a:ea typeface="Arial"/>
                <a:cs typeface="Arial"/>
              </a:rPr>
              <a:t>WHAT IS DISTINCTIVE</a:t>
            </a:r>
          </a:p>
        </p:txBody>
      </p:sp>
      <p:sp>
        <p:nvSpPr>
          <p:cNvPr id="19" name="unique-title">
            <a:extLst xmlns:a="http://schemas.openxmlformats.org/drawingml/2006/main">
              <a:ext uri="{FF2B5EF4-FFF2-40B4-BE49-F238E27FC236}">
                <a16:creationId xmlns:a16="http://schemas.microsoft.com/office/drawing/2014/main" id="{5C38BEE0-BA67-404D-A986-F995A0AFADAB}"/>
              </a:ext>
            </a:extLst>
          </p:cNvPr>
          <p:cNvSpPr>
            <a:spLocks xmlns:a="http://schemas.openxmlformats.org/drawingml/2006/main" noGrp="1"/>
          </p:cNvSpPr>
          <p:nvPr/>
        </p:nvSpPr>
        <p:spPr>
          <a:xfrm xmlns:a="http://schemas.openxmlformats.org/drawingml/2006/main">
            <a:off x="7800975" y="2857500"/>
            <a:ext cx="3524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0">
                <a:solidFill>
                  <a:srgbClr val="183525"/>
                </a:solidFill>
                <a:latin typeface="Georgia"/>
                <a:ea typeface="Georgia"/>
                <a:cs typeface="Georgia"/>
              </a:defRPr>
            </a:defPPr>
            <a:lvl1pPr algn="l">
              <a:defRPr sz="2400" b="0">
                <a:solidFill>
                  <a:srgbClr val="183525"/>
                </a:solidFill>
                <a:latin typeface="Georgia"/>
                <a:ea typeface="Georgia"/>
                <a:cs typeface="Georgia"/>
              </a:defRPr>
            </a:lvl1pPr>
            <a:lvl2pPr algn="l">
              <a:defRPr sz="2400" b="0">
                <a:solidFill>
                  <a:srgbClr val="183525"/>
                </a:solidFill>
                <a:latin typeface="Georgia"/>
                <a:ea typeface="Georgia"/>
                <a:cs typeface="Georgia"/>
              </a:defRPr>
            </a:lvl2pPr>
            <a:lvl3pPr algn="l">
              <a:defRPr sz="2400" b="0">
                <a:solidFill>
                  <a:srgbClr val="183525"/>
                </a:solidFill>
                <a:latin typeface="Georgia"/>
                <a:ea typeface="Georgia"/>
                <a:cs typeface="Georgia"/>
              </a:defRPr>
            </a:lvl3pPr>
            <a:lvl4pPr algn="l">
              <a:defRPr sz="2400" b="0">
                <a:solidFill>
                  <a:srgbClr val="183525"/>
                </a:solidFill>
                <a:latin typeface="Georgia"/>
                <a:ea typeface="Georgia"/>
                <a:cs typeface="Georgia"/>
              </a:defRPr>
            </a:lvl4pPr>
            <a:lvl5pPr algn="l">
              <a:defRPr sz="2400" b="0">
                <a:solidFill>
                  <a:srgbClr val="183525"/>
                </a:solidFill>
                <a:latin typeface="Georgia"/>
                <a:ea typeface="Georgia"/>
                <a:cs typeface="Georgia"/>
              </a:defRPr>
            </a:lvl5pPr>
            <a:lvl6pPr algn="l">
              <a:defRPr sz="2400" b="0">
                <a:solidFill>
                  <a:srgbClr val="183525"/>
                </a:solidFill>
                <a:latin typeface="Georgia"/>
                <a:ea typeface="Georgia"/>
                <a:cs typeface="Georgia"/>
              </a:defRPr>
            </a:lvl6pPr>
            <a:lvl7pPr algn="l">
              <a:defRPr sz="2400" b="0">
                <a:solidFill>
                  <a:srgbClr val="183525"/>
                </a:solidFill>
                <a:latin typeface="Georgia"/>
                <a:ea typeface="Georgia"/>
                <a:cs typeface="Georgia"/>
              </a:defRPr>
            </a:lvl7pPr>
            <a:lvl8pPr algn="l">
              <a:defRPr sz="2400" b="0">
                <a:solidFill>
                  <a:srgbClr val="183525"/>
                </a:solidFill>
                <a:latin typeface="Georgia"/>
                <a:ea typeface="Georgia"/>
                <a:cs typeface="Georgia"/>
              </a:defRPr>
            </a:lvl8pPr>
            <a:lvl9pPr algn="l">
              <a:defRPr sz="2400" b="0">
                <a:solidFill>
                  <a:srgbClr val="183525"/>
                </a:solidFill>
                <a:latin typeface="Georgia"/>
                <a:ea typeface="Georgia"/>
                <a:cs typeface="Georgia"/>
              </a:defRPr>
            </a:lvl9pPr>
          </a:lstStyle>
          <a:p xmlns:a="http://schemas.openxmlformats.org/drawingml/2006/main">
            <a:pPr algn="l">
              <a:defRPr sz="2400" b="0">
                <a:solidFill>
                  <a:srgbClr val="183525"/>
                </a:solidFill>
                <a:latin typeface="Georgia"/>
                <a:ea typeface="Georgia"/>
                <a:cs typeface="Georgia"/>
              </a:defRPr>
            </a:pPr>
            <a:r>
              <a:rPr sz="2400" b="0">
                <a:solidFill>
                  <a:srgbClr val="183525"/>
                </a:solidFill>
                <a:latin typeface="Georgia"/>
                <a:ea typeface="Georgia"/>
                <a:cs typeface="Georgia"/>
              </a:rPr>
              <a:t>The critic can send a claim back.</a:t>
            </a:r>
          </a:p>
        </p:txBody>
      </p:sp>
      <p:sp>
        <p:nvSpPr>
          <p:cNvPr id="20" name="unique-body">
            <a:extLst xmlns:a="http://schemas.openxmlformats.org/drawingml/2006/main">
              <a:ext uri="{FF2B5EF4-FFF2-40B4-BE49-F238E27FC236}">
                <a16:creationId xmlns:a16="http://schemas.microsoft.com/office/drawing/2014/main" id="{E2104400-D222-4A50-976B-9CD6753A2DA8}"/>
              </a:ext>
            </a:extLst>
          </p:cNvPr>
          <p:cNvSpPr>
            <a:spLocks xmlns:a="http://schemas.openxmlformats.org/drawingml/2006/main" noGrp="1"/>
          </p:cNvSpPr>
          <p:nvPr/>
        </p:nvSpPr>
        <p:spPr>
          <a:xfrm xmlns:a="http://schemas.openxmlformats.org/drawingml/2006/main">
            <a:off x="7800975" y="3800475"/>
            <a:ext cx="3429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9766B"/>
                </a:solidFill>
                <a:latin typeface="Arial"/>
                <a:ea typeface="Arial"/>
                <a:cs typeface="Arial"/>
              </a:defRPr>
            </a:defPPr>
            <a:lvl1pPr algn="l">
              <a:defRPr sz="1275" b="0">
                <a:solidFill>
                  <a:srgbClr val="69766B"/>
                </a:solidFill>
                <a:latin typeface="Arial"/>
                <a:ea typeface="Arial"/>
                <a:cs typeface="Arial"/>
              </a:defRPr>
            </a:lvl1pPr>
            <a:lvl2pPr algn="l">
              <a:defRPr sz="1275" b="0">
                <a:solidFill>
                  <a:srgbClr val="69766B"/>
                </a:solidFill>
                <a:latin typeface="Arial"/>
                <a:ea typeface="Arial"/>
                <a:cs typeface="Arial"/>
              </a:defRPr>
            </a:lvl2pPr>
            <a:lvl3pPr algn="l">
              <a:defRPr sz="1275" b="0">
                <a:solidFill>
                  <a:srgbClr val="69766B"/>
                </a:solidFill>
                <a:latin typeface="Arial"/>
                <a:ea typeface="Arial"/>
                <a:cs typeface="Arial"/>
              </a:defRPr>
            </a:lvl3pPr>
            <a:lvl4pPr algn="l">
              <a:defRPr sz="1275" b="0">
                <a:solidFill>
                  <a:srgbClr val="69766B"/>
                </a:solidFill>
                <a:latin typeface="Arial"/>
                <a:ea typeface="Arial"/>
                <a:cs typeface="Arial"/>
              </a:defRPr>
            </a:lvl4pPr>
            <a:lvl5pPr algn="l">
              <a:defRPr sz="1275" b="0">
                <a:solidFill>
                  <a:srgbClr val="69766B"/>
                </a:solidFill>
                <a:latin typeface="Arial"/>
                <a:ea typeface="Arial"/>
                <a:cs typeface="Arial"/>
              </a:defRPr>
            </a:lvl5pPr>
            <a:lvl6pPr algn="l">
              <a:defRPr sz="1275" b="0">
                <a:solidFill>
                  <a:srgbClr val="69766B"/>
                </a:solidFill>
                <a:latin typeface="Arial"/>
                <a:ea typeface="Arial"/>
                <a:cs typeface="Arial"/>
              </a:defRPr>
            </a:lvl6pPr>
            <a:lvl7pPr algn="l">
              <a:defRPr sz="1275" b="0">
                <a:solidFill>
                  <a:srgbClr val="69766B"/>
                </a:solidFill>
                <a:latin typeface="Arial"/>
                <a:ea typeface="Arial"/>
                <a:cs typeface="Arial"/>
              </a:defRPr>
            </a:lvl7pPr>
            <a:lvl8pPr algn="l">
              <a:defRPr sz="1275" b="0">
                <a:solidFill>
                  <a:srgbClr val="69766B"/>
                </a:solidFill>
                <a:latin typeface="Arial"/>
                <a:ea typeface="Arial"/>
                <a:cs typeface="Arial"/>
              </a:defRPr>
            </a:lvl8pPr>
            <a:lvl9pPr algn="l">
              <a:defRPr sz="1275" b="0">
                <a:solidFill>
                  <a:srgbClr val="69766B"/>
                </a:solidFill>
                <a:latin typeface="Arial"/>
                <a:ea typeface="Arial"/>
                <a:cs typeface="Arial"/>
              </a:defRPr>
            </a:lvl9pPr>
          </a:lstStyle>
          <a:p xmlns:a="http://schemas.openxmlformats.org/drawingml/2006/main">
            <a:pPr algn="l">
              <a:defRPr sz="1275" b="0">
                <a:solidFill>
                  <a:srgbClr val="69766B"/>
                </a:solidFill>
                <a:latin typeface="Arial"/>
                <a:ea typeface="Arial"/>
                <a:cs typeface="Arial"/>
              </a:defRPr>
            </a:pPr>
            <a:r>
              <a:rPr sz="1275" b="0">
                <a:solidFill>
                  <a:srgbClr val="69766B"/>
                </a:solidFill>
                <a:latin typeface="Arial"/>
                <a:ea typeface="Arial"/>
                <a:cs typeface="Arial"/>
              </a:rPr>
              <a:t>A rejected claim returns to its owning analyst. Stale evidence triggers a separate refresh path. The planner stops when review limits are reached.</a:t>
            </a:r>
          </a:p>
        </p:txBody>
      </p:sp>
      <p:sp>
        <p:nvSpPr>
          <p:cNvPr id="21" name="cursor-rule">
            <a:extLst xmlns:a="http://schemas.openxmlformats.org/drawingml/2006/main">
              <a:ext uri="{FF2B5EF4-FFF2-40B4-BE49-F238E27FC236}">
                <a16:creationId xmlns:a16="http://schemas.microsoft.com/office/drawing/2014/main" id="{D68C28E1-0894-48B4-BA61-92217786FDC0}"/>
              </a:ext>
            </a:extLst>
          </p:cNvPr>
          <p:cNvSpPr>
            <a:spLocks xmlns:a="http://schemas.openxmlformats.org/drawingml/2006/main" noGrp="1"/>
          </p:cNvSpPr>
          <p:nvPr/>
        </p:nvSpPr>
        <p:spPr>
          <a:xfrm xmlns:a="http://schemas.openxmlformats.org/drawingml/2006/main">
            <a:off x="7800975" y="5105400"/>
            <a:ext cx="34290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22" name="cursor-line">
            <a:extLst xmlns:a="http://schemas.openxmlformats.org/drawingml/2006/main">
              <a:ext uri="{FF2B5EF4-FFF2-40B4-BE49-F238E27FC236}">
                <a16:creationId xmlns:a16="http://schemas.microsoft.com/office/drawing/2014/main" id="{2B97C3C9-38EC-499C-A171-E6B1B8038AB5}"/>
              </a:ext>
            </a:extLst>
          </p:cNvPr>
          <p:cNvSpPr>
            <a:spLocks xmlns:a="http://schemas.openxmlformats.org/drawingml/2006/main" noGrp="1"/>
          </p:cNvSpPr>
          <p:nvPr/>
        </p:nvSpPr>
        <p:spPr>
          <a:xfrm xmlns:a="http://schemas.openxmlformats.org/drawingml/2006/main">
            <a:off x="7800975" y="5286375"/>
            <a:ext cx="34766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274A34"/>
                </a:solidFill>
                <a:latin typeface="Arial"/>
                <a:ea typeface="Arial"/>
                <a:cs typeface="Arial"/>
              </a:defRPr>
            </a:defPPr>
            <a:lvl1pPr algn="l">
              <a:defRPr sz="1050" b="0">
                <a:solidFill>
                  <a:srgbClr val="274A34"/>
                </a:solidFill>
                <a:latin typeface="Arial"/>
                <a:ea typeface="Arial"/>
                <a:cs typeface="Arial"/>
              </a:defRPr>
            </a:lvl1pPr>
            <a:lvl2pPr algn="l">
              <a:defRPr sz="1050" b="0">
                <a:solidFill>
                  <a:srgbClr val="274A34"/>
                </a:solidFill>
                <a:latin typeface="Arial"/>
                <a:ea typeface="Arial"/>
                <a:cs typeface="Arial"/>
              </a:defRPr>
            </a:lvl2pPr>
            <a:lvl3pPr algn="l">
              <a:defRPr sz="1050" b="0">
                <a:solidFill>
                  <a:srgbClr val="274A34"/>
                </a:solidFill>
                <a:latin typeface="Arial"/>
                <a:ea typeface="Arial"/>
                <a:cs typeface="Arial"/>
              </a:defRPr>
            </a:lvl3pPr>
            <a:lvl4pPr algn="l">
              <a:defRPr sz="1050" b="0">
                <a:solidFill>
                  <a:srgbClr val="274A34"/>
                </a:solidFill>
                <a:latin typeface="Arial"/>
                <a:ea typeface="Arial"/>
                <a:cs typeface="Arial"/>
              </a:defRPr>
            </a:lvl4pPr>
            <a:lvl5pPr algn="l">
              <a:defRPr sz="1050" b="0">
                <a:solidFill>
                  <a:srgbClr val="274A34"/>
                </a:solidFill>
                <a:latin typeface="Arial"/>
                <a:ea typeface="Arial"/>
                <a:cs typeface="Arial"/>
              </a:defRPr>
            </a:lvl5pPr>
            <a:lvl6pPr algn="l">
              <a:defRPr sz="1050" b="0">
                <a:solidFill>
                  <a:srgbClr val="274A34"/>
                </a:solidFill>
                <a:latin typeface="Arial"/>
                <a:ea typeface="Arial"/>
                <a:cs typeface="Arial"/>
              </a:defRPr>
            </a:lvl6pPr>
            <a:lvl7pPr algn="l">
              <a:defRPr sz="1050" b="0">
                <a:solidFill>
                  <a:srgbClr val="274A34"/>
                </a:solidFill>
                <a:latin typeface="Arial"/>
                <a:ea typeface="Arial"/>
                <a:cs typeface="Arial"/>
              </a:defRPr>
            </a:lvl7pPr>
            <a:lvl8pPr algn="l">
              <a:defRPr sz="1050" b="0">
                <a:solidFill>
                  <a:srgbClr val="274A34"/>
                </a:solidFill>
                <a:latin typeface="Arial"/>
                <a:ea typeface="Arial"/>
                <a:cs typeface="Arial"/>
              </a:defRPr>
            </a:lvl8pPr>
            <a:lvl9pPr algn="l">
              <a:defRPr sz="1050" b="0">
                <a:solidFill>
                  <a:srgbClr val="274A34"/>
                </a:solidFill>
                <a:latin typeface="Arial"/>
                <a:ea typeface="Arial"/>
                <a:cs typeface="Arial"/>
              </a:defRPr>
            </a:lvl9pPr>
          </a:lstStyle>
          <a:p xmlns:a="http://schemas.openxmlformats.org/drawingml/2006/main">
            <a:pPr algn="l">
              <a:defRPr sz="1050" b="0">
                <a:solidFill>
                  <a:srgbClr val="274A34"/>
                </a:solidFill>
                <a:latin typeface="Arial"/>
                <a:ea typeface="Arial"/>
                <a:cs typeface="Arial"/>
              </a:defRPr>
            </a:pPr>
            <a:r>
              <a:rPr sz="1050" b="0">
                <a:solidFill>
                  <a:srgbClr val="274A34"/>
                </a:solidFill>
                <a:latin typeface="Arial"/>
                <a:ea typeface="Arial"/>
                <a:cs typeface="Arial"/>
              </a:rPr>
              <a:t>Cursor was used during development. H-MEM keeps farmer-scoped profiles and verdict history between runs.</a:t>
            </a:r>
          </a:p>
        </p:txBody>
      </p:sp>
    </p:spTree>
    <p:extLst>
      <p:ext uri="{BB962C8B-B14F-4D97-AF65-F5344CB8AC3E}">
        <p14:creationId xmlns:p14="http://schemas.microsoft.com/office/powerpoint/2010/main" val="505780497"/>
      </p:ext>
    </p:extLst>
  </p:cSld>
</p:sld>
</file>

<file path=ppt/slides/slide7.xml><?xml version="1.0" encoding="utf-8"?>
<p:sld xmlns:p="http://schemas.openxmlformats.org/presentationml/2006/main">
  <p:cSld>
    <p:bg>
      <p:bgPr>
        <a:solidFill xmlns:a="http://schemas.openxmlformats.org/drawingml/2006/main">
          <a:srgbClr val="183525"/>
        </a:solidFill>
      </p:bgPr>
    </p:bg>
    <p:spTree>
      <p:nvGrpSpPr>
        <p:cNvPr id="1" name=""/>
        <p:cNvGrpSpPr/>
        <p:nvPr/>
      </p:nvGrpSpPr>
      <p:grpSpPr>
        <a:xfrm xmlns:a="http://schemas.openxmlformats.org/drawingml/2006/main"/>
      </p:grpSpPr>
      <p:sp>
        <p:nvSpPr>
          <p:cNvPr id="20" name="status-index">
            <a:extLst xmlns:a="http://schemas.openxmlformats.org/drawingml/2006/main">
              <a:ext uri="{FF2B5EF4-FFF2-40B4-BE49-F238E27FC236}">
                <a16:creationId xmlns:a16="http://schemas.microsoft.com/office/drawing/2014/main" id="{642356B2-89FB-4402-9BD0-60AEBC1BCFF0}"/>
              </a:ext>
            </a:extLst>
          </p:cNvPr>
          <p:cNvSpPr>
            <a:spLocks xmlns:a="http://schemas.openxmlformats.org/drawingml/2006/main" noGrp="1"/>
          </p:cNvSpPr>
          <p:nvPr/>
        </p:nvSpPr>
        <p:spPr>
          <a:xfrm xmlns:a="http://schemas.openxmlformats.org/drawingml/2006/main">
            <a:off x="762000" y="5048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D9C99F"/>
                </a:solidFill>
                <a:latin typeface="Arial"/>
                <a:ea typeface="Arial"/>
                <a:cs typeface="Arial"/>
              </a:defRPr>
            </a:defPPr>
            <a:lvl1pPr algn="l">
              <a:defRPr sz="900" b="1">
                <a:solidFill>
                  <a:srgbClr val="D9C99F"/>
                </a:solidFill>
                <a:latin typeface="Arial"/>
                <a:ea typeface="Arial"/>
                <a:cs typeface="Arial"/>
              </a:defRPr>
            </a:lvl1pPr>
            <a:lvl2pPr algn="l">
              <a:defRPr sz="900" b="1">
                <a:solidFill>
                  <a:srgbClr val="D9C99F"/>
                </a:solidFill>
                <a:latin typeface="Arial"/>
                <a:ea typeface="Arial"/>
                <a:cs typeface="Arial"/>
              </a:defRPr>
            </a:lvl2pPr>
            <a:lvl3pPr algn="l">
              <a:defRPr sz="900" b="1">
                <a:solidFill>
                  <a:srgbClr val="D9C99F"/>
                </a:solidFill>
                <a:latin typeface="Arial"/>
                <a:ea typeface="Arial"/>
                <a:cs typeface="Arial"/>
              </a:defRPr>
            </a:lvl3pPr>
            <a:lvl4pPr algn="l">
              <a:defRPr sz="900" b="1">
                <a:solidFill>
                  <a:srgbClr val="D9C99F"/>
                </a:solidFill>
                <a:latin typeface="Arial"/>
                <a:ea typeface="Arial"/>
                <a:cs typeface="Arial"/>
              </a:defRPr>
            </a:lvl4pPr>
            <a:lvl5pPr algn="l">
              <a:defRPr sz="900" b="1">
                <a:solidFill>
                  <a:srgbClr val="D9C99F"/>
                </a:solidFill>
                <a:latin typeface="Arial"/>
                <a:ea typeface="Arial"/>
                <a:cs typeface="Arial"/>
              </a:defRPr>
            </a:lvl5pPr>
            <a:lvl6pPr algn="l">
              <a:defRPr sz="900" b="1">
                <a:solidFill>
                  <a:srgbClr val="D9C99F"/>
                </a:solidFill>
                <a:latin typeface="Arial"/>
                <a:ea typeface="Arial"/>
                <a:cs typeface="Arial"/>
              </a:defRPr>
            </a:lvl6pPr>
            <a:lvl7pPr algn="l">
              <a:defRPr sz="900" b="1">
                <a:solidFill>
                  <a:srgbClr val="D9C99F"/>
                </a:solidFill>
                <a:latin typeface="Arial"/>
                <a:ea typeface="Arial"/>
                <a:cs typeface="Arial"/>
              </a:defRPr>
            </a:lvl7pPr>
            <a:lvl8pPr algn="l">
              <a:defRPr sz="900" b="1">
                <a:solidFill>
                  <a:srgbClr val="D9C99F"/>
                </a:solidFill>
                <a:latin typeface="Arial"/>
                <a:ea typeface="Arial"/>
                <a:cs typeface="Arial"/>
              </a:defRPr>
            </a:lvl8pPr>
            <a:lvl9pPr algn="l">
              <a:defRPr sz="900" b="1">
                <a:solidFill>
                  <a:srgbClr val="D9C99F"/>
                </a:solidFill>
                <a:latin typeface="Arial"/>
                <a:ea typeface="Arial"/>
                <a:cs typeface="Arial"/>
              </a:defRPr>
            </a:lvl9pPr>
          </a:lstStyle>
          <a:p xmlns:a="http://schemas.openxmlformats.org/drawingml/2006/main">
            <a:pPr algn="l">
              <a:defRPr sz="900" b="1">
                <a:solidFill>
                  <a:srgbClr val="D9C99F"/>
                </a:solidFill>
                <a:latin typeface="Arial"/>
                <a:ea typeface="Arial"/>
                <a:cs typeface="Arial"/>
              </a:defRPr>
            </a:pPr>
            <a:r>
              <a:rPr sz="900" b="1">
                <a:solidFill>
                  <a:srgbClr val="D9C99F"/>
                </a:solidFill>
                <a:latin typeface="Arial"/>
                <a:ea typeface="Arial"/>
                <a:cs typeface="Arial"/>
              </a:rPr>
              <a:t>OPEN AGENT MAIZE   /   VALIDATION</a:t>
            </a:r>
          </a:p>
        </p:txBody>
      </p:sp>
      <p:sp>
        <p:nvSpPr>
          <p:cNvPr id="2" name="status-title">
            <a:extLst xmlns:a="http://schemas.openxmlformats.org/drawingml/2006/main">
              <a:ext uri="{FF2B5EF4-FFF2-40B4-BE49-F238E27FC236}">
                <a16:creationId xmlns:a16="http://schemas.microsoft.com/office/drawing/2014/main" id="{59EBEF89-C852-40AE-B0EC-AF96CBA20490}"/>
              </a:ext>
            </a:extLst>
          </p:cNvPr>
          <p:cNvSpPr>
            <a:spLocks xmlns:a="http://schemas.openxmlformats.org/drawingml/2006/main" noGrp="1"/>
          </p:cNvSpPr>
          <p:nvPr/>
        </p:nvSpPr>
        <p:spPr>
          <a:xfrm xmlns:a="http://schemas.openxmlformats.org/drawingml/2006/main">
            <a:off x="742950" y="866775"/>
            <a:ext cx="1047750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0">
                <a:solidFill>
                  <a:srgbClr val="FFFEFA"/>
                </a:solidFill>
                <a:latin typeface="Georgia"/>
                <a:ea typeface="Georgia"/>
                <a:cs typeface="Georgia"/>
              </a:defRPr>
            </a:defPPr>
            <a:lvl1pPr algn="l">
              <a:defRPr sz="3600" b="0">
                <a:solidFill>
                  <a:srgbClr val="FFFEFA"/>
                </a:solidFill>
                <a:latin typeface="Georgia"/>
                <a:ea typeface="Georgia"/>
                <a:cs typeface="Georgia"/>
              </a:defRPr>
            </a:lvl1pPr>
            <a:lvl2pPr algn="l">
              <a:defRPr sz="3600" b="0">
                <a:solidFill>
                  <a:srgbClr val="FFFEFA"/>
                </a:solidFill>
                <a:latin typeface="Georgia"/>
                <a:ea typeface="Georgia"/>
                <a:cs typeface="Georgia"/>
              </a:defRPr>
            </a:lvl2pPr>
            <a:lvl3pPr algn="l">
              <a:defRPr sz="3600" b="0">
                <a:solidFill>
                  <a:srgbClr val="FFFEFA"/>
                </a:solidFill>
                <a:latin typeface="Georgia"/>
                <a:ea typeface="Georgia"/>
                <a:cs typeface="Georgia"/>
              </a:defRPr>
            </a:lvl3pPr>
            <a:lvl4pPr algn="l">
              <a:defRPr sz="3600" b="0">
                <a:solidFill>
                  <a:srgbClr val="FFFEFA"/>
                </a:solidFill>
                <a:latin typeface="Georgia"/>
                <a:ea typeface="Georgia"/>
                <a:cs typeface="Georgia"/>
              </a:defRPr>
            </a:lvl4pPr>
            <a:lvl5pPr algn="l">
              <a:defRPr sz="3600" b="0">
                <a:solidFill>
                  <a:srgbClr val="FFFEFA"/>
                </a:solidFill>
                <a:latin typeface="Georgia"/>
                <a:ea typeface="Georgia"/>
                <a:cs typeface="Georgia"/>
              </a:defRPr>
            </a:lvl5pPr>
            <a:lvl6pPr algn="l">
              <a:defRPr sz="3600" b="0">
                <a:solidFill>
                  <a:srgbClr val="FFFEFA"/>
                </a:solidFill>
                <a:latin typeface="Georgia"/>
                <a:ea typeface="Georgia"/>
                <a:cs typeface="Georgia"/>
              </a:defRPr>
            </a:lvl6pPr>
            <a:lvl7pPr algn="l">
              <a:defRPr sz="3600" b="0">
                <a:solidFill>
                  <a:srgbClr val="FFFEFA"/>
                </a:solidFill>
                <a:latin typeface="Georgia"/>
                <a:ea typeface="Georgia"/>
                <a:cs typeface="Georgia"/>
              </a:defRPr>
            </a:lvl7pPr>
            <a:lvl8pPr algn="l">
              <a:defRPr sz="3600" b="0">
                <a:solidFill>
                  <a:srgbClr val="FFFEFA"/>
                </a:solidFill>
                <a:latin typeface="Georgia"/>
                <a:ea typeface="Georgia"/>
                <a:cs typeface="Georgia"/>
              </a:defRPr>
            </a:lvl8pPr>
            <a:lvl9pPr algn="l">
              <a:defRPr sz="3600" b="0">
                <a:solidFill>
                  <a:srgbClr val="FFFEFA"/>
                </a:solidFill>
                <a:latin typeface="Georgia"/>
                <a:ea typeface="Georgia"/>
                <a:cs typeface="Georgia"/>
              </a:defRPr>
            </a:lvl9pPr>
          </a:lstStyle>
          <a:p xmlns:a="http://schemas.openxmlformats.org/drawingml/2006/main">
            <a:pPr algn="l">
              <a:defRPr sz="3600" b="0">
                <a:solidFill>
                  <a:srgbClr val="FFFEFA"/>
                </a:solidFill>
                <a:latin typeface="Georgia"/>
                <a:ea typeface="Georgia"/>
                <a:cs typeface="Georgia"/>
              </a:defRPr>
            </a:pPr>
            <a:r>
              <a:rPr sz="3600" b="0">
                <a:solidFill>
                  <a:srgbClr val="FFFEFA"/>
                </a:solidFill>
                <a:latin typeface="Georgia"/>
                <a:ea typeface="Georgia"/>
                <a:cs typeface="Georgia"/>
              </a:rPr>
              <a:t>The local app is ready to demo</a:t>
            </a:r>
          </a:p>
        </p:txBody>
      </p:sp>
      <p:sp>
        <p:nvSpPr>
          <p:cNvPr id="3" name="status-subtitle">
            <a:extLst xmlns:a="http://schemas.openxmlformats.org/drawingml/2006/main">
              <a:ext uri="{FF2B5EF4-FFF2-40B4-BE49-F238E27FC236}">
                <a16:creationId xmlns:a16="http://schemas.microsoft.com/office/drawing/2014/main" id="{61DF3F9A-00B5-4940-9CB7-AD9176C5D3A8}"/>
              </a:ext>
            </a:extLst>
          </p:cNvPr>
          <p:cNvSpPr>
            <a:spLocks xmlns:a="http://schemas.openxmlformats.org/drawingml/2006/main" noGrp="1"/>
          </p:cNvSpPr>
          <p:nvPr/>
        </p:nvSpPr>
        <p:spPr>
          <a:xfrm xmlns:a="http://schemas.openxmlformats.org/drawingml/2006/main">
            <a:off x="771525" y="1581150"/>
            <a:ext cx="981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C4D0C2"/>
                </a:solidFill>
                <a:latin typeface="Arial"/>
                <a:ea typeface="Arial"/>
                <a:cs typeface="Arial"/>
              </a:defRPr>
            </a:defPPr>
            <a:lvl1pPr algn="l">
              <a:defRPr sz="1425" b="0">
                <a:solidFill>
                  <a:srgbClr val="C4D0C2"/>
                </a:solidFill>
                <a:latin typeface="Arial"/>
                <a:ea typeface="Arial"/>
                <a:cs typeface="Arial"/>
              </a:defRPr>
            </a:lvl1pPr>
            <a:lvl2pPr algn="l">
              <a:defRPr sz="1425" b="0">
                <a:solidFill>
                  <a:srgbClr val="C4D0C2"/>
                </a:solidFill>
                <a:latin typeface="Arial"/>
                <a:ea typeface="Arial"/>
                <a:cs typeface="Arial"/>
              </a:defRPr>
            </a:lvl2pPr>
            <a:lvl3pPr algn="l">
              <a:defRPr sz="1425" b="0">
                <a:solidFill>
                  <a:srgbClr val="C4D0C2"/>
                </a:solidFill>
                <a:latin typeface="Arial"/>
                <a:ea typeface="Arial"/>
                <a:cs typeface="Arial"/>
              </a:defRPr>
            </a:lvl3pPr>
            <a:lvl4pPr algn="l">
              <a:defRPr sz="1425" b="0">
                <a:solidFill>
                  <a:srgbClr val="C4D0C2"/>
                </a:solidFill>
                <a:latin typeface="Arial"/>
                <a:ea typeface="Arial"/>
                <a:cs typeface="Arial"/>
              </a:defRPr>
            </a:lvl4pPr>
            <a:lvl5pPr algn="l">
              <a:defRPr sz="1425" b="0">
                <a:solidFill>
                  <a:srgbClr val="C4D0C2"/>
                </a:solidFill>
                <a:latin typeface="Arial"/>
                <a:ea typeface="Arial"/>
                <a:cs typeface="Arial"/>
              </a:defRPr>
            </a:lvl5pPr>
            <a:lvl6pPr algn="l">
              <a:defRPr sz="1425" b="0">
                <a:solidFill>
                  <a:srgbClr val="C4D0C2"/>
                </a:solidFill>
                <a:latin typeface="Arial"/>
                <a:ea typeface="Arial"/>
                <a:cs typeface="Arial"/>
              </a:defRPr>
            </a:lvl6pPr>
            <a:lvl7pPr algn="l">
              <a:defRPr sz="1425" b="0">
                <a:solidFill>
                  <a:srgbClr val="C4D0C2"/>
                </a:solidFill>
                <a:latin typeface="Arial"/>
                <a:ea typeface="Arial"/>
                <a:cs typeface="Arial"/>
              </a:defRPr>
            </a:lvl7pPr>
            <a:lvl8pPr algn="l">
              <a:defRPr sz="1425" b="0">
                <a:solidFill>
                  <a:srgbClr val="C4D0C2"/>
                </a:solidFill>
                <a:latin typeface="Arial"/>
                <a:ea typeface="Arial"/>
                <a:cs typeface="Arial"/>
              </a:defRPr>
            </a:lvl8pPr>
            <a:lvl9pPr algn="l">
              <a:defRPr sz="1425" b="0">
                <a:solidFill>
                  <a:srgbClr val="C4D0C2"/>
                </a:solidFill>
                <a:latin typeface="Arial"/>
                <a:ea typeface="Arial"/>
                <a:cs typeface="Arial"/>
              </a:defRPr>
            </a:lvl9pPr>
          </a:lstStyle>
          <a:p xmlns:a="http://schemas.openxmlformats.org/drawingml/2006/main">
            <a:pPr algn="l">
              <a:defRPr sz="1425" b="0">
                <a:solidFill>
                  <a:srgbClr val="C4D0C2"/>
                </a:solidFill>
                <a:latin typeface="Arial"/>
                <a:ea typeface="Arial"/>
                <a:cs typeface="Arial"/>
              </a:defRPr>
            </a:pPr>
            <a:r>
              <a:rPr sz="1425" b="0">
                <a:solidFill>
                  <a:srgbClr val="C4D0C2"/>
                </a:solidFill>
                <a:latin typeface="Arial"/>
                <a:ea typeface="Arial"/>
                <a:cs typeface="Arial"/>
              </a:rPr>
              <a:t>Checked on 24 October 2026. Local builds, tests and the UI-to-API path pass.</a:t>
            </a:r>
          </a:p>
        </p:txBody>
      </p:sp>
      <p:sp>
        <p:nvSpPr>
          <p:cNvPr id="4" name="status-divider">
            <a:extLst xmlns:a="http://schemas.openxmlformats.org/drawingml/2006/main">
              <a:ext uri="{FF2B5EF4-FFF2-40B4-BE49-F238E27FC236}">
                <a16:creationId xmlns:a16="http://schemas.microsoft.com/office/drawing/2014/main" id="{357F7B2E-8D46-485B-ABEB-088EAEA6E692}"/>
              </a:ext>
            </a:extLst>
          </p:cNvPr>
          <p:cNvSpPr>
            <a:spLocks xmlns:a="http://schemas.openxmlformats.org/drawingml/2006/main" noGrp="1"/>
          </p:cNvSpPr>
          <p:nvPr/>
        </p:nvSpPr>
        <p:spPr>
          <a:xfrm xmlns:a="http://schemas.openxmlformats.org/drawingml/2006/main">
            <a:off x="762000" y="2133600"/>
            <a:ext cx="10668000" cy="0"/>
          </a:xfrm>
          <a:prstGeom xmlns:a="http://schemas.openxmlformats.org/drawingml/2006/main" prst="line">
            <a:avLst/>
          </a:prstGeom>
          <a:noFill xmlns:a="http://schemas.openxmlformats.org/drawingml/2006/main"/>
          <a:ln xmlns:a="http://schemas.openxmlformats.org/drawingml/2006/main" w="9525">
            <a:solidFill>
              <a:srgbClr val="4D6654"/>
            </a:solidFill>
            <a:prstDash val="solid"/>
          </a:ln>
        </p:spPr>
      </p:sp>
      <p:sp>
        <p:nvSpPr>
          <p:cNvPr id="5" name="status-1-sign">
            <a:extLst xmlns:a="http://schemas.openxmlformats.org/drawingml/2006/main">
              <a:ext uri="{FF2B5EF4-FFF2-40B4-BE49-F238E27FC236}">
                <a16:creationId xmlns:a16="http://schemas.microsoft.com/office/drawing/2014/main" id="{6878F54F-E669-4B6B-9C0E-0C089487254F}"/>
              </a:ext>
            </a:extLst>
          </p:cNvPr>
          <p:cNvSpPr>
            <a:spLocks xmlns:a="http://schemas.openxmlformats.org/drawingml/2006/main" noGrp="1"/>
          </p:cNvSpPr>
          <p:nvPr/>
        </p:nvSpPr>
        <p:spPr>
          <a:xfrm xmlns:a="http://schemas.openxmlformats.org/drawingml/2006/main">
            <a:off x="790575" y="2447925"/>
            <a:ext cx="1000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A8D0A5"/>
                </a:solidFill>
                <a:latin typeface="Arial"/>
                <a:ea typeface="Arial"/>
                <a:cs typeface="Arial"/>
              </a:defRPr>
            </a:defPPr>
            <a:lvl1pPr algn="l">
              <a:defRPr sz="825" b="1">
                <a:solidFill>
                  <a:srgbClr val="A8D0A5"/>
                </a:solidFill>
                <a:latin typeface="Arial"/>
                <a:ea typeface="Arial"/>
                <a:cs typeface="Arial"/>
              </a:defRPr>
            </a:lvl1pPr>
            <a:lvl2pPr algn="l">
              <a:defRPr sz="825" b="1">
                <a:solidFill>
                  <a:srgbClr val="A8D0A5"/>
                </a:solidFill>
                <a:latin typeface="Arial"/>
                <a:ea typeface="Arial"/>
                <a:cs typeface="Arial"/>
              </a:defRPr>
            </a:lvl2pPr>
            <a:lvl3pPr algn="l">
              <a:defRPr sz="825" b="1">
                <a:solidFill>
                  <a:srgbClr val="A8D0A5"/>
                </a:solidFill>
                <a:latin typeface="Arial"/>
                <a:ea typeface="Arial"/>
                <a:cs typeface="Arial"/>
              </a:defRPr>
            </a:lvl3pPr>
            <a:lvl4pPr algn="l">
              <a:defRPr sz="825" b="1">
                <a:solidFill>
                  <a:srgbClr val="A8D0A5"/>
                </a:solidFill>
                <a:latin typeface="Arial"/>
                <a:ea typeface="Arial"/>
                <a:cs typeface="Arial"/>
              </a:defRPr>
            </a:lvl4pPr>
            <a:lvl5pPr algn="l">
              <a:defRPr sz="825" b="1">
                <a:solidFill>
                  <a:srgbClr val="A8D0A5"/>
                </a:solidFill>
                <a:latin typeface="Arial"/>
                <a:ea typeface="Arial"/>
                <a:cs typeface="Arial"/>
              </a:defRPr>
            </a:lvl5pPr>
            <a:lvl6pPr algn="l">
              <a:defRPr sz="825" b="1">
                <a:solidFill>
                  <a:srgbClr val="A8D0A5"/>
                </a:solidFill>
                <a:latin typeface="Arial"/>
                <a:ea typeface="Arial"/>
                <a:cs typeface="Arial"/>
              </a:defRPr>
            </a:lvl6pPr>
            <a:lvl7pPr algn="l">
              <a:defRPr sz="825" b="1">
                <a:solidFill>
                  <a:srgbClr val="A8D0A5"/>
                </a:solidFill>
                <a:latin typeface="Arial"/>
                <a:ea typeface="Arial"/>
                <a:cs typeface="Arial"/>
              </a:defRPr>
            </a:lvl7pPr>
            <a:lvl8pPr algn="l">
              <a:defRPr sz="825" b="1">
                <a:solidFill>
                  <a:srgbClr val="A8D0A5"/>
                </a:solidFill>
                <a:latin typeface="Arial"/>
                <a:ea typeface="Arial"/>
                <a:cs typeface="Arial"/>
              </a:defRPr>
            </a:lvl8pPr>
            <a:lvl9pPr algn="l">
              <a:defRPr sz="825" b="1">
                <a:solidFill>
                  <a:srgbClr val="A8D0A5"/>
                </a:solidFill>
                <a:latin typeface="Arial"/>
                <a:ea typeface="Arial"/>
                <a:cs typeface="Arial"/>
              </a:defRPr>
            </a:lvl9pPr>
          </a:lstStyle>
          <a:p xmlns:a="http://schemas.openxmlformats.org/drawingml/2006/main">
            <a:pPr algn="l">
              <a:defRPr sz="825" b="1">
                <a:solidFill>
                  <a:srgbClr val="A8D0A5"/>
                </a:solidFill>
                <a:latin typeface="Arial"/>
                <a:ea typeface="Arial"/>
                <a:cs typeface="Arial"/>
              </a:defRPr>
            </a:pPr>
            <a:r>
              <a:rPr sz="825" b="1">
                <a:solidFill>
                  <a:srgbClr val="A8D0A5"/>
                </a:solidFill>
                <a:latin typeface="Arial"/>
                <a:ea typeface="Arial"/>
                <a:cs typeface="Arial"/>
              </a:rPr>
              <a:t>PASS</a:t>
            </a:r>
          </a:p>
        </p:txBody>
      </p:sp>
      <p:sp>
        <p:nvSpPr>
          <p:cNvPr id="6" name="status-1-title">
            <a:extLst xmlns:a="http://schemas.openxmlformats.org/drawingml/2006/main">
              <a:ext uri="{FF2B5EF4-FFF2-40B4-BE49-F238E27FC236}">
                <a16:creationId xmlns:a16="http://schemas.microsoft.com/office/drawing/2014/main" id="{4708DA4B-9204-432A-82DC-25A2CFB90966}"/>
              </a:ext>
            </a:extLst>
          </p:cNvPr>
          <p:cNvSpPr>
            <a:spLocks xmlns:a="http://schemas.openxmlformats.org/drawingml/2006/main" noGrp="1"/>
          </p:cNvSpPr>
          <p:nvPr/>
        </p:nvSpPr>
        <p:spPr>
          <a:xfrm xmlns:a="http://schemas.openxmlformats.org/drawingml/2006/main">
            <a:off x="1924050" y="2419350"/>
            <a:ext cx="866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FFFEFA"/>
                </a:solidFill>
                <a:latin typeface="Arial"/>
                <a:ea typeface="Arial"/>
                <a:cs typeface="Arial"/>
              </a:defRPr>
            </a:defPPr>
            <a:lvl1pPr algn="l">
              <a:defRPr sz="1425" b="1">
                <a:solidFill>
                  <a:srgbClr val="FFFEFA"/>
                </a:solidFill>
                <a:latin typeface="Arial"/>
                <a:ea typeface="Arial"/>
                <a:cs typeface="Arial"/>
              </a:defRPr>
            </a:lvl1pPr>
            <a:lvl2pPr algn="l">
              <a:defRPr sz="1425" b="1">
                <a:solidFill>
                  <a:srgbClr val="FFFEFA"/>
                </a:solidFill>
                <a:latin typeface="Arial"/>
                <a:ea typeface="Arial"/>
                <a:cs typeface="Arial"/>
              </a:defRPr>
            </a:lvl2pPr>
            <a:lvl3pPr algn="l">
              <a:defRPr sz="1425" b="1">
                <a:solidFill>
                  <a:srgbClr val="FFFEFA"/>
                </a:solidFill>
                <a:latin typeface="Arial"/>
                <a:ea typeface="Arial"/>
                <a:cs typeface="Arial"/>
              </a:defRPr>
            </a:lvl3pPr>
            <a:lvl4pPr algn="l">
              <a:defRPr sz="1425" b="1">
                <a:solidFill>
                  <a:srgbClr val="FFFEFA"/>
                </a:solidFill>
                <a:latin typeface="Arial"/>
                <a:ea typeface="Arial"/>
                <a:cs typeface="Arial"/>
              </a:defRPr>
            </a:lvl4pPr>
            <a:lvl5pPr algn="l">
              <a:defRPr sz="1425" b="1">
                <a:solidFill>
                  <a:srgbClr val="FFFEFA"/>
                </a:solidFill>
                <a:latin typeface="Arial"/>
                <a:ea typeface="Arial"/>
                <a:cs typeface="Arial"/>
              </a:defRPr>
            </a:lvl5pPr>
            <a:lvl6pPr algn="l">
              <a:defRPr sz="1425" b="1">
                <a:solidFill>
                  <a:srgbClr val="FFFEFA"/>
                </a:solidFill>
                <a:latin typeface="Arial"/>
                <a:ea typeface="Arial"/>
                <a:cs typeface="Arial"/>
              </a:defRPr>
            </a:lvl6pPr>
            <a:lvl7pPr algn="l">
              <a:defRPr sz="1425" b="1">
                <a:solidFill>
                  <a:srgbClr val="FFFEFA"/>
                </a:solidFill>
                <a:latin typeface="Arial"/>
                <a:ea typeface="Arial"/>
                <a:cs typeface="Arial"/>
              </a:defRPr>
            </a:lvl7pPr>
            <a:lvl8pPr algn="l">
              <a:defRPr sz="1425" b="1">
                <a:solidFill>
                  <a:srgbClr val="FFFEFA"/>
                </a:solidFill>
                <a:latin typeface="Arial"/>
                <a:ea typeface="Arial"/>
                <a:cs typeface="Arial"/>
              </a:defRPr>
            </a:lvl8pPr>
            <a:lvl9pPr algn="l">
              <a:defRPr sz="1425" b="1">
                <a:solidFill>
                  <a:srgbClr val="FFFEFA"/>
                </a:solidFill>
                <a:latin typeface="Arial"/>
                <a:ea typeface="Arial"/>
                <a:cs typeface="Arial"/>
              </a:defRPr>
            </a:lvl9pPr>
          </a:lstStyle>
          <a:p xmlns:a="http://schemas.openxmlformats.org/drawingml/2006/main">
            <a:pPr algn="l">
              <a:defRPr sz="1425" b="1">
                <a:solidFill>
                  <a:srgbClr val="FFFEFA"/>
                </a:solidFill>
                <a:latin typeface="Arial"/>
                <a:ea typeface="Arial"/>
                <a:cs typeface="Arial"/>
              </a:defRPr>
            </a:pPr>
            <a:r>
              <a:rPr sz="1425" b="1">
                <a:solidFill>
                  <a:srgbClr val="FFFEFA"/>
                </a:solidFill>
                <a:latin typeface="Arial"/>
                <a:ea typeface="Arial"/>
                <a:cs typeface="Arial"/>
              </a:rPr>
              <a:t>60 tests; backend and production UI builds</a:t>
            </a:r>
          </a:p>
        </p:txBody>
      </p:sp>
      <p:sp>
        <p:nvSpPr>
          <p:cNvPr id="7" name="status-1-body">
            <a:extLst xmlns:a="http://schemas.openxmlformats.org/drawingml/2006/main">
              <a:ext uri="{FF2B5EF4-FFF2-40B4-BE49-F238E27FC236}">
                <a16:creationId xmlns:a16="http://schemas.microsoft.com/office/drawing/2014/main" id="{42F89518-BACD-4CDE-AEAF-FFC3B0DF4181}"/>
              </a:ext>
            </a:extLst>
          </p:cNvPr>
          <p:cNvSpPr>
            <a:spLocks xmlns:a="http://schemas.openxmlformats.org/drawingml/2006/main" noGrp="1"/>
          </p:cNvSpPr>
          <p:nvPr/>
        </p:nvSpPr>
        <p:spPr>
          <a:xfrm xmlns:a="http://schemas.openxmlformats.org/drawingml/2006/main">
            <a:off x="1924050" y="2743200"/>
            <a:ext cx="8715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C4D0C2"/>
                </a:solidFill>
                <a:latin typeface="Arial"/>
                <a:ea typeface="Arial"/>
                <a:cs typeface="Arial"/>
              </a:defRPr>
            </a:defPPr>
            <a:lvl1pPr algn="l">
              <a:defRPr sz="1125" b="0">
                <a:solidFill>
                  <a:srgbClr val="C4D0C2"/>
                </a:solidFill>
                <a:latin typeface="Arial"/>
                <a:ea typeface="Arial"/>
                <a:cs typeface="Arial"/>
              </a:defRPr>
            </a:lvl1pPr>
            <a:lvl2pPr algn="l">
              <a:defRPr sz="1125" b="0">
                <a:solidFill>
                  <a:srgbClr val="C4D0C2"/>
                </a:solidFill>
                <a:latin typeface="Arial"/>
                <a:ea typeface="Arial"/>
                <a:cs typeface="Arial"/>
              </a:defRPr>
            </a:lvl2pPr>
            <a:lvl3pPr algn="l">
              <a:defRPr sz="1125" b="0">
                <a:solidFill>
                  <a:srgbClr val="C4D0C2"/>
                </a:solidFill>
                <a:latin typeface="Arial"/>
                <a:ea typeface="Arial"/>
                <a:cs typeface="Arial"/>
              </a:defRPr>
            </a:lvl3pPr>
            <a:lvl4pPr algn="l">
              <a:defRPr sz="1125" b="0">
                <a:solidFill>
                  <a:srgbClr val="C4D0C2"/>
                </a:solidFill>
                <a:latin typeface="Arial"/>
                <a:ea typeface="Arial"/>
                <a:cs typeface="Arial"/>
              </a:defRPr>
            </a:lvl4pPr>
            <a:lvl5pPr algn="l">
              <a:defRPr sz="1125" b="0">
                <a:solidFill>
                  <a:srgbClr val="C4D0C2"/>
                </a:solidFill>
                <a:latin typeface="Arial"/>
                <a:ea typeface="Arial"/>
                <a:cs typeface="Arial"/>
              </a:defRPr>
            </a:lvl5pPr>
            <a:lvl6pPr algn="l">
              <a:defRPr sz="1125" b="0">
                <a:solidFill>
                  <a:srgbClr val="C4D0C2"/>
                </a:solidFill>
                <a:latin typeface="Arial"/>
                <a:ea typeface="Arial"/>
                <a:cs typeface="Arial"/>
              </a:defRPr>
            </a:lvl6pPr>
            <a:lvl7pPr algn="l">
              <a:defRPr sz="1125" b="0">
                <a:solidFill>
                  <a:srgbClr val="C4D0C2"/>
                </a:solidFill>
                <a:latin typeface="Arial"/>
                <a:ea typeface="Arial"/>
                <a:cs typeface="Arial"/>
              </a:defRPr>
            </a:lvl7pPr>
            <a:lvl8pPr algn="l">
              <a:defRPr sz="1125" b="0">
                <a:solidFill>
                  <a:srgbClr val="C4D0C2"/>
                </a:solidFill>
                <a:latin typeface="Arial"/>
                <a:ea typeface="Arial"/>
                <a:cs typeface="Arial"/>
              </a:defRPr>
            </a:lvl8pPr>
            <a:lvl9pPr algn="l">
              <a:defRPr sz="1125" b="0">
                <a:solidFill>
                  <a:srgbClr val="C4D0C2"/>
                </a:solidFill>
                <a:latin typeface="Arial"/>
                <a:ea typeface="Arial"/>
                <a:cs typeface="Arial"/>
              </a:defRPr>
            </a:lvl9pPr>
          </a:lstStyle>
          <a:p xmlns:a="http://schemas.openxmlformats.org/drawingml/2006/main">
            <a:pPr algn="l">
              <a:defRPr sz="1125" b="0">
                <a:solidFill>
                  <a:srgbClr val="C4D0C2"/>
                </a:solidFill>
                <a:latin typeface="Arial"/>
                <a:ea typeface="Arial"/>
                <a:cs typeface="Arial"/>
              </a:defRPr>
            </a:pPr>
            <a:r>
              <a:rPr sz="1125" b="0">
                <a:solidFill>
                  <a:srgbClr val="C4D0C2"/>
                </a:solidFill>
                <a:latin typeface="Arial"/>
                <a:ea typeface="Arial"/>
                <a:cs typeface="Arial"/>
              </a:rPr>
              <a:t>Backend health, UI load and Vite-to-API proxy all return successfully.</a:t>
            </a:r>
          </a:p>
        </p:txBody>
      </p:sp>
      <p:sp>
        <p:nvSpPr>
          <p:cNvPr id="8" name="status-1-rule">
            <a:extLst xmlns:a="http://schemas.openxmlformats.org/drawingml/2006/main">
              <a:ext uri="{FF2B5EF4-FFF2-40B4-BE49-F238E27FC236}">
                <a16:creationId xmlns:a16="http://schemas.microsoft.com/office/drawing/2014/main" id="{C68F54DB-C856-4028-8810-CCEDB24957CF}"/>
              </a:ext>
            </a:extLst>
          </p:cNvPr>
          <p:cNvSpPr>
            <a:spLocks xmlns:a="http://schemas.openxmlformats.org/drawingml/2006/main" noGrp="1"/>
          </p:cNvSpPr>
          <p:nvPr/>
        </p:nvSpPr>
        <p:spPr>
          <a:xfrm xmlns:a="http://schemas.openxmlformats.org/drawingml/2006/main">
            <a:off x="1924050" y="3133725"/>
            <a:ext cx="8686800" cy="0"/>
          </a:xfrm>
          <a:prstGeom xmlns:a="http://schemas.openxmlformats.org/drawingml/2006/main" prst="line">
            <a:avLst/>
          </a:prstGeom>
          <a:noFill xmlns:a="http://schemas.openxmlformats.org/drawingml/2006/main"/>
          <a:ln xmlns:a="http://schemas.openxmlformats.org/drawingml/2006/main" w="9525">
            <a:solidFill>
              <a:srgbClr val="4D6654"/>
            </a:solidFill>
            <a:prstDash val="solid"/>
          </a:ln>
        </p:spPr>
      </p:sp>
      <p:sp>
        <p:nvSpPr>
          <p:cNvPr id="9" name="status-2-sign">
            <a:extLst xmlns:a="http://schemas.openxmlformats.org/drawingml/2006/main">
              <a:ext uri="{FF2B5EF4-FFF2-40B4-BE49-F238E27FC236}">
                <a16:creationId xmlns:a16="http://schemas.microsoft.com/office/drawing/2014/main" id="{CC2622A9-12E5-4EC2-B8F4-D033E60AEB05}"/>
              </a:ext>
            </a:extLst>
          </p:cNvPr>
          <p:cNvSpPr>
            <a:spLocks xmlns:a="http://schemas.openxmlformats.org/drawingml/2006/main" noGrp="1"/>
          </p:cNvSpPr>
          <p:nvPr/>
        </p:nvSpPr>
        <p:spPr>
          <a:xfrm xmlns:a="http://schemas.openxmlformats.org/drawingml/2006/main">
            <a:off x="790575" y="3286125"/>
            <a:ext cx="1000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E5BF79"/>
                </a:solidFill>
                <a:latin typeface="Arial"/>
                <a:ea typeface="Arial"/>
                <a:cs typeface="Arial"/>
              </a:defRPr>
            </a:defPPr>
            <a:lvl1pPr algn="l">
              <a:defRPr sz="825" b="1">
                <a:solidFill>
                  <a:srgbClr val="E5BF79"/>
                </a:solidFill>
                <a:latin typeface="Arial"/>
                <a:ea typeface="Arial"/>
                <a:cs typeface="Arial"/>
              </a:defRPr>
            </a:lvl1pPr>
            <a:lvl2pPr algn="l">
              <a:defRPr sz="825" b="1">
                <a:solidFill>
                  <a:srgbClr val="E5BF79"/>
                </a:solidFill>
                <a:latin typeface="Arial"/>
                <a:ea typeface="Arial"/>
                <a:cs typeface="Arial"/>
              </a:defRPr>
            </a:lvl2pPr>
            <a:lvl3pPr algn="l">
              <a:defRPr sz="825" b="1">
                <a:solidFill>
                  <a:srgbClr val="E5BF79"/>
                </a:solidFill>
                <a:latin typeface="Arial"/>
                <a:ea typeface="Arial"/>
                <a:cs typeface="Arial"/>
              </a:defRPr>
            </a:lvl3pPr>
            <a:lvl4pPr algn="l">
              <a:defRPr sz="825" b="1">
                <a:solidFill>
                  <a:srgbClr val="E5BF79"/>
                </a:solidFill>
                <a:latin typeface="Arial"/>
                <a:ea typeface="Arial"/>
                <a:cs typeface="Arial"/>
              </a:defRPr>
            </a:lvl4pPr>
            <a:lvl5pPr algn="l">
              <a:defRPr sz="825" b="1">
                <a:solidFill>
                  <a:srgbClr val="E5BF79"/>
                </a:solidFill>
                <a:latin typeface="Arial"/>
                <a:ea typeface="Arial"/>
                <a:cs typeface="Arial"/>
              </a:defRPr>
            </a:lvl5pPr>
            <a:lvl6pPr algn="l">
              <a:defRPr sz="825" b="1">
                <a:solidFill>
                  <a:srgbClr val="E5BF79"/>
                </a:solidFill>
                <a:latin typeface="Arial"/>
                <a:ea typeface="Arial"/>
                <a:cs typeface="Arial"/>
              </a:defRPr>
            </a:lvl6pPr>
            <a:lvl7pPr algn="l">
              <a:defRPr sz="825" b="1">
                <a:solidFill>
                  <a:srgbClr val="E5BF79"/>
                </a:solidFill>
                <a:latin typeface="Arial"/>
                <a:ea typeface="Arial"/>
                <a:cs typeface="Arial"/>
              </a:defRPr>
            </a:lvl7pPr>
            <a:lvl8pPr algn="l">
              <a:defRPr sz="825" b="1">
                <a:solidFill>
                  <a:srgbClr val="E5BF79"/>
                </a:solidFill>
                <a:latin typeface="Arial"/>
                <a:ea typeface="Arial"/>
                <a:cs typeface="Arial"/>
              </a:defRPr>
            </a:lvl8pPr>
            <a:lvl9pPr algn="l">
              <a:defRPr sz="825" b="1">
                <a:solidFill>
                  <a:srgbClr val="E5BF79"/>
                </a:solidFill>
                <a:latin typeface="Arial"/>
                <a:ea typeface="Arial"/>
                <a:cs typeface="Arial"/>
              </a:defRPr>
            </a:lvl9pPr>
          </a:lstStyle>
          <a:p xmlns:a="http://schemas.openxmlformats.org/drawingml/2006/main">
            <a:pPr algn="l">
              <a:defRPr sz="825" b="1">
                <a:solidFill>
                  <a:srgbClr val="E5BF79"/>
                </a:solidFill>
                <a:latin typeface="Arial"/>
                <a:ea typeface="Arial"/>
                <a:cs typeface="Arial"/>
              </a:defRPr>
            </a:pPr>
            <a:r>
              <a:rPr sz="825" b="1">
                <a:solidFill>
                  <a:srgbClr val="E5BF79"/>
                </a:solidFill>
                <a:latin typeface="Arial"/>
                <a:ea typeface="Arial"/>
                <a:cs typeface="Arial"/>
              </a:rPr>
              <a:t>CHECK LIVE</a:t>
            </a:r>
          </a:p>
        </p:txBody>
      </p:sp>
      <p:sp>
        <p:nvSpPr>
          <p:cNvPr id="10" name="status-2-title">
            <a:extLst xmlns:a="http://schemas.openxmlformats.org/drawingml/2006/main">
              <a:ext uri="{FF2B5EF4-FFF2-40B4-BE49-F238E27FC236}">
                <a16:creationId xmlns:a16="http://schemas.microsoft.com/office/drawing/2014/main" id="{26078F26-83BA-4790-9A8D-66C96EB2C4B7}"/>
              </a:ext>
            </a:extLst>
          </p:cNvPr>
          <p:cNvSpPr>
            <a:spLocks xmlns:a="http://schemas.openxmlformats.org/drawingml/2006/main" noGrp="1"/>
          </p:cNvSpPr>
          <p:nvPr/>
        </p:nvSpPr>
        <p:spPr>
          <a:xfrm xmlns:a="http://schemas.openxmlformats.org/drawingml/2006/main">
            <a:off x="1924050" y="3257550"/>
            <a:ext cx="866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FFFEFA"/>
                </a:solidFill>
                <a:latin typeface="Arial"/>
                <a:ea typeface="Arial"/>
                <a:cs typeface="Arial"/>
              </a:defRPr>
            </a:defPPr>
            <a:lvl1pPr algn="l">
              <a:defRPr sz="1425" b="1">
                <a:solidFill>
                  <a:srgbClr val="FFFEFA"/>
                </a:solidFill>
                <a:latin typeface="Arial"/>
                <a:ea typeface="Arial"/>
                <a:cs typeface="Arial"/>
              </a:defRPr>
            </a:lvl1pPr>
            <a:lvl2pPr algn="l">
              <a:defRPr sz="1425" b="1">
                <a:solidFill>
                  <a:srgbClr val="FFFEFA"/>
                </a:solidFill>
                <a:latin typeface="Arial"/>
                <a:ea typeface="Arial"/>
                <a:cs typeface="Arial"/>
              </a:defRPr>
            </a:lvl2pPr>
            <a:lvl3pPr algn="l">
              <a:defRPr sz="1425" b="1">
                <a:solidFill>
                  <a:srgbClr val="FFFEFA"/>
                </a:solidFill>
                <a:latin typeface="Arial"/>
                <a:ea typeface="Arial"/>
                <a:cs typeface="Arial"/>
              </a:defRPr>
            </a:lvl3pPr>
            <a:lvl4pPr algn="l">
              <a:defRPr sz="1425" b="1">
                <a:solidFill>
                  <a:srgbClr val="FFFEFA"/>
                </a:solidFill>
                <a:latin typeface="Arial"/>
                <a:ea typeface="Arial"/>
                <a:cs typeface="Arial"/>
              </a:defRPr>
            </a:lvl4pPr>
            <a:lvl5pPr algn="l">
              <a:defRPr sz="1425" b="1">
                <a:solidFill>
                  <a:srgbClr val="FFFEFA"/>
                </a:solidFill>
                <a:latin typeface="Arial"/>
                <a:ea typeface="Arial"/>
                <a:cs typeface="Arial"/>
              </a:defRPr>
            </a:lvl5pPr>
            <a:lvl6pPr algn="l">
              <a:defRPr sz="1425" b="1">
                <a:solidFill>
                  <a:srgbClr val="FFFEFA"/>
                </a:solidFill>
                <a:latin typeface="Arial"/>
                <a:ea typeface="Arial"/>
                <a:cs typeface="Arial"/>
              </a:defRPr>
            </a:lvl6pPr>
            <a:lvl7pPr algn="l">
              <a:defRPr sz="1425" b="1">
                <a:solidFill>
                  <a:srgbClr val="FFFEFA"/>
                </a:solidFill>
                <a:latin typeface="Arial"/>
                <a:ea typeface="Arial"/>
                <a:cs typeface="Arial"/>
              </a:defRPr>
            </a:lvl7pPr>
            <a:lvl8pPr algn="l">
              <a:defRPr sz="1425" b="1">
                <a:solidFill>
                  <a:srgbClr val="FFFEFA"/>
                </a:solidFill>
                <a:latin typeface="Arial"/>
                <a:ea typeface="Arial"/>
                <a:cs typeface="Arial"/>
              </a:defRPr>
            </a:lvl8pPr>
            <a:lvl9pPr algn="l">
              <a:defRPr sz="1425" b="1">
                <a:solidFill>
                  <a:srgbClr val="FFFEFA"/>
                </a:solidFill>
                <a:latin typeface="Arial"/>
                <a:ea typeface="Arial"/>
                <a:cs typeface="Arial"/>
              </a:defRPr>
            </a:lvl9pPr>
          </a:lstStyle>
          <a:p xmlns:a="http://schemas.openxmlformats.org/drawingml/2006/main">
            <a:pPr algn="l">
              <a:defRPr sz="1425" b="1">
                <a:solidFill>
                  <a:srgbClr val="FFFEFA"/>
                </a:solidFill>
                <a:latin typeface="Arial"/>
                <a:ea typeface="Arial"/>
                <a:cs typeface="Arial"/>
              </a:defRPr>
            </a:pPr>
            <a:r>
              <a:rPr sz="1425" b="1">
                <a:solidFill>
                  <a:srgbClr val="FFFEFA"/>
                </a:solidFill>
                <a:latin typeface="Arial"/>
                <a:ea typeface="Arial"/>
                <a:cs typeface="Arial"/>
              </a:rPr>
              <a:t>Configured sponsor endpoints need a local connection</a:t>
            </a:r>
          </a:p>
        </p:txBody>
      </p:sp>
      <p:sp>
        <p:nvSpPr>
          <p:cNvPr id="11" name="status-2-body">
            <a:extLst xmlns:a="http://schemas.openxmlformats.org/drawingml/2006/main">
              <a:ext uri="{FF2B5EF4-FFF2-40B4-BE49-F238E27FC236}">
                <a16:creationId xmlns:a16="http://schemas.microsoft.com/office/drawing/2014/main" id="{63AAC8AB-1964-44D6-984E-B2D29A4F9A57}"/>
              </a:ext>
            </a:extLst>
          </p:cNvPr>
          <p:cNvSpPr>
            <a:spLocks xmlns:a="http://schemas.openxmlformats.org/drawingml/2006/main" noGrp="1"/>
          </p:cNvSpPr>
          <p:nvPr/>
        </p:nvSpPr>
        <p:spPr>
          <a:xfrm xmlns:a="http://schemas.openxmlformats.org/drawingml/2006/main">
            <a:off x="1924050" y="3581400"/>
            <a:ext cx="8715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C4D0C2"/>
                </a:solidFill>
                <a:latin typeface="Arial"/>
                <a:ea typeface="Arial"/>
                <a:cs typeface="Arial"/>
              </a:defRPr>
            </a:defPPr>
            <a:lvl1pPr algn="l">
              <a:defRPr sz="1125" b="0">
                <a:solidFill>
                  <a:srgbClr val="C4D0C2"/>
                </a:solidFill>
                <a:latin typeface="Arial"/>
                <a:ea typeface="Arial"/>
                <a:cs typeface="Arial"/>
              </a:defRPr>
            </a:lvl1pPr>
            <a:lvl2pPr algn="l">
              <a:defRPr sz="1125" b="0">
                <a:solidFill>
                  <a:srgbClr val="C4D0C2"/>
                </a:solidFill>
                <a:latin typeface="Arial"/>
                <a:ea typeface="Arial"/>
                <a:cs typeface="Arial"/>
              </a:defRPr>
            </a:lvl2pPr>
            <a:lvl3pPr algn="l">
              <a:defRPr sz="1125" b="0">
                <a:solidFill>
                  <a:srgbClr val="C4D0C2"/>
                </a:solidFill>
                <a:latin typeface="Arial"/>
                <a:ea typeface="Arial"/>
                <a:cs typeface="Arial"/>
              </a:defRPr>
            </a:lvl3pPr>
            <a:lvl4pPr algn="l">
              <a:defRPr sz="1125" b="0">
                <a:solidFill>
                  <a:srgbClr val="C4D0C2"/>
                </a:solidFill>
                <a:latin typeface="Arial"/>
                <a:ea typeface="Arial"/>
                <a:cs typeface="Arial"/>
              </a:defRPr>
            </a:lvl4pPr>
            <a:lvl5pPr algn="l">
              <a:defRPr sz="1125" b="0">
                <a:solidFill>
                  <a:srgbClr val="C4D0C2"/>
                </a:solidFill>
                <a:latin typeface="Arial"/>
                <a:ea typeface="Arial"/>
                <a:cs typeface="Arial"/>
              </a:defRPr>
            </a:lvl5pPr>
            <a:lvl6pPr algn="l">
              <a:defRPr sz="1125" b="0">
                <a:solidFill>
                  <a:srgbClr val="C4D0C2"/>
                </a:solidFill>
                <a:latin typeface="Arial"/>
                <a:ea typeface="Arial"/>
                <a:cs typeface="Arial"/>
              </a:defRPr>
            </a:lvl6pPr>
            <a:lvl7pPr algn="l">
              <a:defRPr sz="1125" b="0">
                <a:solidFill>
                  <a:srgbClr val="C4D0C2"/>
                </a:solidFill>
                <a:latin typeface="Arial"/>
                <a:ea typeface="Arial"/>
                <a:cs typeface="Arial"/>
              </a:defRPr>
            </a:lvl7pPr>
            <a:lvl8pPr algn="l">
              <a:defRPr sz="1125" b="0">
                <a:solidFill>
                  <a:srgbClr val="C4D0C2"/>
                </a:solidFill>
                <a:latin typeface="Arial"/>
                <a:ea typeface="Arial"/>
                <a:cs typeface="Arial"/>
              </a:defRPr>
            </a:lvl8pPr>
            <a:lvl9pPr algn="l">
              <a:defRPr sz="1125" b="0">
                <a:solidFill>
                  <a:srgbClr val="C4D0C2"/>
                </a:solidFill>
                <a:latin typeface="Arial"/>
                <a:ea typeface="Arial"/>
                <a:cs typeface="Arial"/>
              </a:defRPr>
            </a:lvl9pPr>
          </a:lstStyle>
          <a:p xmlns:a="http://schemas.openxmlformats.org/drawingml/2006/main">
            <a:pPr algn="l">
              <a:defRPr sz="1125" b="0">
                <a:solidFill>
                  <a:srgbClr val="C4D0C2"/>
                </a:solidFill>
                <a:latin typeface="Arial"/>
                <a:ea typeface="Arial"/>
                <a:cs typeface="Arial"/>
              </a:defRPr>
            </a:pPr>
            <a:r>
              <a:rPr sz="1125" b="0">
                <a:solidFill>
                  <a:srgbClr val="C4D0C2"/>
                </a:solidFill>
                <a:latin typeface="Arial"/>
                <a:ea typeface="Arial"/>
                <a:cs typeface="Arial"/>
              </a:rPr>
              <a:t>This Windows check could not connect to Zetaris :3000 or Meterless :8080. Meterless token is unset/placeholder here; status elsewhere is unverified.</a:t>
            </a:r>
          </a:p>
        </p:txBody>
      </p:sp>
      <p:sp>
        <p:nvSpPr>
          <p:cNvPr id="12" name="status-2-rule">
            <a:extLst xmlns:a="http://schemas.openxmlformats.org/drawingml/2006/main">
              <a:ext uri="{FF2B5EF4-FFF2-40B4-BE49-F238E27FC236}">
                <a16:creationId xmlns:a16="http://schemas.microsoft.com/office/drawing/2014/main" id="{02956607-6D88-4537-98D8-62F59AC5466F}"/>
              </a:ext>
            </a:extLst>
          </p:cNvPr>
          <p:cNvSpPr>
            <a:spLocks xmlns:a="http://schemas.openxmlformats.org/drawingml/2006/main" noGrp="1"/>
          </p:cNvSpPr>
          <p:nvPr/>
        </p:nvSpPr>
        <p:spPr>
          <a:xfrm xmlns:a="http://schemas.openxmlformats.org/drawingml/2006/main">
            <a:off x="1924050" y="3971925"/>
            <a:ext cx="8686800" cy="0"/>
          </a:xfrm>
          <a:prstGeom xmlns:a="http://schemas.openxmlformats.org/drawingml/2006/main" prst="line">
            <a:avLst/>
          </a:prstGeom>
          <a:noFill xmlns:a="http://schemas.openxmlformats.org/drawingml/2006/main"/>
          <a:ln xmlns:a="http://schemas.openxmlformats.org/drawingml/2006/main" w="9525">
            <a:solidFill>
              <a:srgbClr val="4D6654"/>
            </a:solidFill>
            <a:prstDash val="solid"/>
          </a:ln>
        </p:spPr>
      </p:sp>
      <p:sp>
        <p:nvSpPr>
          <p:cNvPr id="13" name="status-3-sign">
            <a:extLst xmlns:a="http://schemas.openxmlformats.org/drawingml/2006/main">
              <a:ext uri="{FF2B5EF4-FFF2-40B4-BE49-F238E27FC236}">
                <a16:creationId xmlns:a16="http://schemas.microsoft.com/office/drawing/2014/main" id="{D583E631-D546-4066-BF3A-77F544D85FBB}"/>
              </a:ext>
            </a:extLst>
          </p:cNvPr>
          <p:cNvSpPr>
            <a:spLocks xmlns:a="http://schemas.openxmlformats.org/drawingml/2006/main" noGrp="1"/>
          </p:cNvSpPr>
          <p:nvPr/>
        </p:nvSpPr>
        <p:spPr>
          <a:xfrm xmlns:a="http://schemas.openxmlformats.org/drawingml/2006/main">
            <a:off x="790575" y="4124325"/>
            <a:ext cx="1000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E5BF79"/>
                </a:solidFill>
                <a:latin typeface="Arial"/>
                <a:ea typeface="Arial"/>
                <a:cs typeface="Arial"/>
              </a:defRPr>
            </a:defPPr>
            <a:lvl1pPr algn="l">
              <a:defRPr sz="825" b="1">
                <a:solidFill>
                  <a:srgbClr val="E5BF79"/>
                </a:solidFill>
                <a:latin typeface="Arial"/>
                <a:ea typeface="Arial"/>
                <a:cs typeface="Arial"/>
              </a:defRPr>
            </a:lvl1pPr>
            <a:lvl2pPr algn="l">
              <a:defRPr sz="825" b="1">
                <a:solidFill>
                  <a:srgbClr val="E5BF79"/>
                </a:solidFill>
                <a:latin typeface="Arial"/>
                <a:ea typeface="Arial"/>
                <a:cs typeface="Arial"/>
              </a:defRPr>
            </a:lvl2pPr>
            <a:lvl3pPr algn="l">
              <a:defRPr sz="825" b="1">
                <a:solidFill>
                  <a:srgbClr val="E5BF79"/>
                </a:solidFill>
                <a:latin typeface="Arial"/>
                <a:ea typeface="Arial"/>
                <a:cs typeface="Arial"/>
              </a:defRPr>
            </a:lvl3pPr>
            <a:lvl4pPr algn="l">
              <a:defRPr sz="825" b="1">
                <a:solidFill>
                  <a:srgbClr val="E5BF79"/>
                </a:solidFill>
                <a:latin typeface="Arial"/>
                <a:ea typeface="Arial"/>
                <a:cs typeface="Arial"/>
              </a:defRPr>
            </a:lvl4pPr>
            <a:lvl5pPr algn="l">
              <a:defRPr sz="825" b="1">
                <a:solidFill>
                  <a:srgbClr val="E5BF79"/>
                </a:solidFill>
                <a:latin typeface="Arial"/>
                <a:ea typeface="Arial"/>
                <a:cs typeface="Arial"/>
              </a:defRPr>
            </a:lvl5pPr>
            <a:lvl6pPr algn="l">
              <a:defRPr sz="825" b="1">
                <a:solidFill>
                  <a:srgbClr val="E5BF79"/>
                </a:solidFill>
                <a:latin typeface="Arial"/>
                <a:ea typeface="Arial"/>
                <a:cs typeface="Arial"/>
              </a:defRPr>
            </a:lvl6pPr>
            <a:lvl7pPr algn="l">
              <a:defRPr sz="825" b="1">
                <a:solidFill>
                  <a:srgbClr val="E5BF79"/>
                </a:solidFill>
                <a:latin typeface="Arial"/>
                <a:ea typeface="Arial"/>
                <a:cs typeface="Arial"/>
              </a:defRPr>
            </a:lvl7pPr>
            <a:lvl8pPr algn="l">
              <a:defRPr sz="825" b="1">
                <a:solidFill>
                  <a:srgbClr val="E5BF79"/>
                </a:solidFill>
                <a:latin typeface="Arial"/>
                <a:ea typeface="Arial"/>
                <a:cs typeface="Arial"/>
              </a:defRPr>
            </a:lvl8pPr>
            <a:lvl9pPr algn="l">
              <a:defRPr sz="825" b="1">
                <a:solidFill>
                  <a:srgbClr val="E5BF79"/>
                </a:solidFill>
                <a:latin typeface="Arial"/>
                <a:ea typeface="Arial"/>
                <a:cs typeface="Arial"/>
              </a:defRPr>
            </a:lvl9pPr>
          </a:lstStyle>
          <a:p xmlns:a="http://schemas.openxmlformats.org/drawingml/2006/main">
            <a:pPr algn="l">
              <a:defRPr sz="825" b="1">
                <a:solidFill>
                  <a:srgbClr val="E5BF79"/>
                </a:solidFill>
                <a:latin typeface="Arial"/>
                <a:ea typeface="Arial"/>
                <a:cs typeface="Arial"/>
              </a:defRPr>
            </a:pPr>
            <a:r>
              <a:rPr sz="825" b="1">
                <a:solidFill>
                  <a:srgbClr val="E5BF79"/>
                </a:solidFill>
                <a:latin typeface="Arial"/>
                <a:ea typeface="Arial"/>
                <a:cs typeface="Arial"/>
              </a:rPr>
              <a:t>SAMPLE</a:t>
            </a:r>
          </a:p>
        </p:txBody>
      </p:sp>
      <p:sp>
        <p:nvSpPr>
          <p:cNvPr id="14" name="status-3-title">
            <a:extLst xmlns:a="http://schemas.openxmlformats.org/drawingml/2006/main">
              <a:ext uri="{FF2B5EF4-FFF2-40B4-BE49-F238E27FC236}">
                <a16:creationId xmlns:a16="http://schemas.microsoft.com/office/drawing/2014/main" id="{41AD8FBC-ECF7-48E3-ACE4-A5C2FB724797}"/>
              </a:ext>
            </a:extLst>
          </p:cNvPr>
          <p:cNvSpPr>
            <a:spLocks xmlns:a="http://schemas.openxmlformats.org/drawingml/2006/main" noGrp="1"/>
          </p:cNvSpPr>
          <p:nvPr/>
        </p:nvSpPr>
        <p:spPr>
          <a:xfrm xmlns:a="http://schemas.openxmlformats.org/drawingml/2006/main">
            <a:off x="1924050" y="4095750"/>
            <a:ext cx="866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FFFEFA"/>
                </a:solidFill>
                <a:latin typeface="Arial"/>
                <a:ea typeface="Arial"/>
                <a:cs typeface="Arial"/>
              </a:defRPr>
            </a:defPPr>
            <a:lvl1pPr algn="l">
              <a:defRPr sz="1425" b="1">
                <a:solidFill>
                  <a:srgbClr val="FFFEFA"/>
                </a:solidFill>
                <a:latin typeface="Arial"/>
                <a:ea typeface="Arial"/>
                <a:cs typeface="Arial"/>
              </a:defRPr>
            </a:lvl1pPr>
            <a:lvl2pPr algn="l">
              <a:defRPr sz="1425" b="1">
                <a:solidFill>
                  <a:srgbClr val="FFFEFA"/>
                </a:solidFill>
                <a:latin typeface="Arial"/>
                <a:ea typeface="Arial"/>
                <a:cs typeface="Arial"/>
              </a:defRPr>
            </a:lvl2pPr>
            <a:lvl3pPr algn="l">
              <a:defRPr sz="1425" b="1">
                <a:solidFill>
                  <a:srgbClr val="FFFEFA"/>
                </a:solidFill>
                <a:latin typeface="Arial"/>
                <a:ea typeface="Arial"/>
                <a:cs typeface="Arial"/>
              </a:defRPr>
            </a:lvl3pPr>
            <a:lvl4pPr algn="l">
              <a:defRPr sz="1425" b="1">
                <a:solidFill>
                  <a:srgbClr val="FFFEFA"/>
                </a:solidFill>
                <a:latin typeface="Arial"/>
                <a:ea typeface="Arial"/>
                <a:cs typeface="Arial"/>
              </a:defRPr>
            </a:lvl4pPr>
            <a:lvl5pPr algn="l">
              <a:defRPr sz="1425" b="1">
                <a:solidFill>
                  <a:srgbClr val="FFFEFA"/>
                </a:solidFill>
                <a:latin typeface="Arial"/>
                <a:ea typeface="Arial"/>
                <a:cs typeface="Arial"/>
              </a:defRPr>
            </a:lvl5pPr>
            <a:lvl6pPr algn="l">
              <a:defRPr sz="1425" b="1">
                <a:solidFill>
                  <a:srgbClr val="FFFEFA"/>
                </a:solidFill>
                <a:latin typeface="Arial"/>
                <a:ea typeface="Arial"/>
                <a:cs typeface="Arial"/>
              </a:defRPr>
            </a:lvl6pPr>
            <a:lvl7pPr algn="l">
              <a:defRPr sz="1425" b="1">
                <a:solidFill>
                  <a:srgbClr val="FFFEFA"/>
                </a:solidFill>
                <a:latin typeface="Arial"/>
                <a:ea typeface="Arial"/>
                <a:cs typeface="Arial"/>
              </a:defRPr>
            </a:lvl7pPr>
            <a:lvl8pPr algn="l">
              <a:defRPr sz="1425" b="1">
                <a:solidFill>
                  <a:srgbClr val="FFFEFA"/>
                </a:solidFill>
                <a:latin typeface="Arial"/>
                <a:ea typeface="Arial"/>
                <a:cs typeface="Arial"/>
              </a:defRPr>
            </a:lvl8pPr>
            <a:lvl9pPr algn="l">
              <a:defRPr sz="1425" b="1">
                <a:solidFill>
                  <a:srgbClr val="FFFEFA"/>
                </a:solidFill>
                <a:latin typeface="Arial"/>
                <a:ea typeface="Arial"/>
                <a:cs typeface="Arial"/>
              </a:defRPr>
            </a:lvl9pPr>
          </a:lstStyle>
          <a:p xmlns:a="http://schemas.openxmlformats.org/drawingml/2006/main">
            <a:pPr algn="l">
              <a:defRPr sz="1425" b="1">
                <a:solidFill>
                  <a:srgbClr val="FFFEFA"/>
                </a:solidFill>
                <a:latin typeface="Arial"/>
                <a:ea typeface="Arial"/>
                <a:cs typeface="Arial"/>
              </a:defRPr>
            </a:pPr>
            <a:r>
              <a:rPr sz="1425" b="1">
                <a:solidFill>
                  <a:srgbClr val="FFFEFA"/>
                </a:solidFill>
                <a:latin typeface="Arial"/>
                <a:ea typeface="Arial"/>
                <a:cs typeface="Arial"/>
              </a:rPr>
              <a:t>Bundled case correctly abstains</a:t>
            </a:r>
          </a:p>
        </p:txBody>
      </p:sp>
      <p:sp>
        <p:nvSpPr>
          <p:cNvPr id="15" name="status-3-body">
            <a:extLst xmlns:a="http://schemas.openxmlformats.org/drawingml/2006/main">
              <a:ext uri="{FF2B5EF4-FFF2-40B4-BE49-F238E27FC236}">
                <a16:creationId xmlns:a16="http://schemas.microsoft.com/office/drawing/2014/main" id="{13F5D2F6-E024-4EED-8306-A23CDD04C6DB}"/>
              </a:ext>
            </a:extLst>
          </p:cNvPr>
          <p:cNvSpPr>
            <a:spLocks xmlns:a="http://schemas.openxmlformats.org/drawingml/2006/main" noGrp="1"/>
          </p:cNvSpPr>
          <p:nvPr/>
        </p:nvSpPr>
        <p:spPr>
          <a:xfrm xmlns:a="http://schemas.openxmlformats.org/drawingml/2006/main">
            <a:off x="1924050" y="4419600"/>
            <a:ext cx="8715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C4D0C2"/>
                </a:solidFill>
                <a:latin typeface="Arial"/>
                <a:ea typeface="Arial"/>
                <a:cs typeface="Arial"/>
              </a:defRPr>
            </a:defPPr>
            <a:lvl1pPr algn="l">
              <a:defRPr sz="1125" b="0">
                <a:solidFill>
                  <a:srgbClr val="C4D0C2"/>
                </a:solidFill>
                <a:latin typeface="Arial"/>
                <a:ea typeface="Arial"/>
                <a:cs typeface="Arial"/>
              </a:defRPr>
            </a:lvl1pPr>
            <a:lvl2pPr algn="l">
              <a:defRPr sz="1125" b="0">
                <a:solidFill>
                  <a:srgbClr val="C4D0C2"/>
                </a:solidFill>
                <a:latin typeface="Arial"/>
                <a:ea typeface="Arial"/>
                <a:cs typeface="Arial"/>
              </a:defRPr>
            </a:lvl2pPr>
            <a:lvl3pPr algn="l">
              <a:defRPr sz="1125" b="0">
                <a:solidFill>
                  <a:srgbClr val="C4D0C2"/>
                </a:solidFill>
                <a:latin typeface="Arial"/>
                <a:ea typeface="Arial"/>
                <a:cs typeface="Arial"/>
              </a:defRPr>
            </a:lvl3pPr>
            <a:lvl4pPr algn="l">
              <a:defRPr sz="1125" b="0">
                <a:solidFill>
                  <a:srgbClr val="C4D0C2"/>
                </a:solidFill>
                <a:latin typeface="Arial"/>
                <a:ea typeface="Arial"/>
                <a:cs typeface="Arial"/>
              </a:defRPr>
            </a:lvl4pPr>
            <a:lvl5pPr algn="l">
              <a:defRPr sz="1125" b="0">
                <a:solidFill>
                  <a:srgbClr val="C4D0C2"/>
                </a:solidFill>
                <a:latin typeface="Arial"/>
                <a:ea typeface="Arial"/>
                <a:cs typeface="Arial"/>
              </a:defRPr>
            </a:lvl5pPr>
            <a:lvl6pPr algn="l">
              <a:defRPr sz="1125" b="0">
                <a:solidFill>
                  <a:srgbClr val="C4D0C2"/>
                </a:solidFill>
                <a:latin typeface="Arial"/>
                <a:ea typeface="Arial"/>
                <a:cs typeface="Arial"/>
              </a:defRPr>
            </a:lvl6pPr>
            <a:lvl7pPr algn="l">
              <a:defRPr sz="1125" b="0">
                <a:solidFill>
                  <a:srgbClr val="C4D0C2"/>
                </a:solidFill>
                <a:latin typeface="Arial"/>
                <a:ea typeface="Arial"/>
                <a:cs typeface="Arial"/>
              </a:defRPr>
            </a:lvl7pPr>
            <a:lvl8pPr algn="l">
              <a:defRPr sz="1125" b="0">
                <a:solidFill>
                  <a:srgbClr val="C4D0C2"/>
                </a:solidFill>
                <a:latin typeface="Arial"/>
                <a:ea typeface="Arial"/>
                <a:cs typeface="Arial"/>
              </a:defRPr>
            </a:lvl8pPr>
            <a:lvl9pPr algn="l">
              <a:defRPr sz="1125" b="0">
                <a:solidFill>
                  <a:srgbClr val="C4D0C2"/>
                </a:solidFill>
                <a:latin typeface="Arial"/>
                <a:ea typeface="Arial"/>
                <a:cs typeface="Arial"/>
              </a:defRPr>
            </a:lvl9pPr>
          </a:lstStyle>
          <a:p xmlns:a="http://schemas.openxmlformats.org/drawingml/2006/main">
            <a:pPr algn="l">
              <a:defRPr sz="1125" b="0">
                <a:solidFill>
                  <a:srgbClr val="C4D0C2"/>
                </a:solidFill>
                <a:latin typeface="Arial"/>
                <a:ea typeface="Arial"/>
                <a:cs typeface="Arial"/>
              </a:defRPr>
            </a:pPr>
            <a:r>
              <a:rPr sz="1125" b="0">
                <a:solidFill>
                  <a:srgbClr val="C4D0C2"/>
                </a:solidFill>
                <a:latin typeface="Arial"/>
                <a:ea typeface="Arial"/>
                <a:cs typeface="Arial"/>
              </a:rPr>
              <a:t>Price and forecast records are dated 18 October; the 3-day freshness limit blocks advice on 24 October.</a:t>
            </a:r>
          </a:p>
        </p:txBody>
      </p:sp>
      <p:sp>
        <p:nvSpPr>
          <p:cNvPr id="16" name="next-steps-rule">
            <a:extLst xmlns:a="http://schemas.openxmlformats.org/drawingml/2006/main">
              <a:ext uri="{FF2B5EF4-FFF2-40B4-BE49-F238E27FC236}">
                <a16:creationId xmlns:a16="http://schemas.microsoft.com/office/drawing/2014/main" id="{D00D08CE-51DC-4BD9-9567-80A887076F3F}"/>
              </a:ext>
            </a:extLst>
          </p:cNvPr>
          <p:cNvSpPr>
            <a:spLocks xmlns:a="http://schemas.openxmlformats.org/drawingml/2006/main" noGrp="1"/>
          </p:cNvSpPr>
          <p:nvPr/>
        </p:nvSpPr>
        <p:spPr>
          <a:xfrm xmlns:a="http://schemas.openxmlformats.org/drawingml/2006/main">
            <a:off x="762000" y="5057775"/>
            <a:ext cx="10668000" cy="0"/>
          </a:xfrm>
          <a:prstGeom xmlns:a="http://schemas.openxmlformats.org/drawingml/2006/main" prst="line">
            <a:avLst/>
          </a:prstGeom>
          <a:noFill xmlns:a="http://schemas.openxmlformats.org/drawingml/2006/main"/>
          <a:ln xmlns:a="http://schemas.openxmlformats.org/drawingml/2006/main" w="9525">
            <a:solidFill>
              <a:srgbClr val="4D6654"/>
            </a:solidFill>
            <a:prstDash val="solid"/>
          </a:ln>
        </p:spPr>
      </p:sp>
      <p:sp>
        <p:nvSpPr>
          <p:cNvPr id="17" name="next-steps-title">
            <a:extLst xmlns:a="http://schemas.openxmlformats.org/drawingml/2006/main">
              <a:ext uri="{FF2B5EF4-FFF2-40B4-BE49-F238E27FC236}">
                <a16:creationId xmlns:a16="http://schemas.microsoft.com/office/drawing/2014/main" id="{FEB2D0EE-7DA3-4A2F-8829-A3A1FFA4FD53}"/>
              </a:ext>
            </a:extLst>
          </p:cNvPr>
          <p:cNvSpPr>
            <a:spLocks xmlns:a="http://schemas.openxmlformats.org/drawingml/2006/main" noGrp="1"/>
          </p:cNvSpPr>
          <p:nvPr/>
        </p:nvSpPr>
        <p:spPr>
          <a:xfrm xmlns:a="http://schemas.openxmlformats.org/drawingml/2006/main">
            <a:off x="790575" y="530542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D9C99F"/>
                </a:solidFill>
                <a:latin typeface="Arial"/>
                <a:ea typeface="Arial"/>
                <a:cs typeface="Arial"/>
              </a:defRPr>
            </a:defPPr>
            <a:lvl1pPr algn="l">
              <a:defRPr sz="1200" b="1">
                <a:solidFill>
                  <a:srgbClr val="D9C99F"/>
                </a:solidFill>
                <a:latin typeface="Arial"/>
                <a:ea typeface="Arial"/>
                <a:cs typeface="Arial"/>
              </a:defRPr>
            </a:lvl1pPr>
            <a:lvl2pPr algn="l">
              <a:defRPr sz="1200" b="1">
                <a:solidFill>
                  <a:srgbClr val="D9C99F"/>
                </a:solidFill>
                <a:latin typeface="Arial"/>
                <a:ea typeface="Arial"/>
                <a:cs typeface="Arial"/>
              </a:defRPr>
            </a:lvl2pPr>
            <a:lvl3pPr algn="l">
              <a:defRPr sz="1200" b="1">
                <a:solidFill>
                  <a:srgbClr val="D9C99F"/>
                </a:solidFill>
                <a:latin typeface="Arial"/>
                <a:ea typeface="Arial"/>
                <a:cs typeface="Arial"/>
              </a:defRPr>
            </a:lvl3pPr>
            <a:lvl4pPr algn="l">
              <a:defRPr sz="1200" b="1">
                <a:solidFill>
                  <a:srgbClr val="D9C99F"/>
                </a:solidFill>
                <a:latin typeface="Arial"/>
                <a:ea typeface="Arial"/>
                <a:cs typeface="Arial"/>
              </a:defRPr>
            </a:lvl4pPr>
            <a:lvl5pPr algn="l">
              <a:defRPr sz="1200" b="1">
                <a:solidFill>
                  <a:srgbClr val="D9C99F"/>
                </a:solidFill>
                <a:latin typeface="Arial"/>
                <a:ea typeface="Arial"/>
                <a:cs typeface="Arial"/>
              </a:defRPr>
            </a:lvl5pPr>
            <a:lvl6pPr algn="l">
              <a:defRPr sz="1200" b="1">
                <a:solidFill>
                  <a:srgbClr val="D9C99F"/>
                </a:solidFill>
                <a:latin typeface="Arial"/>
                <a:ea typeface="Arial"/>
                <a:cs typeface="Arial"/>
              </a:defRPr>
            </a:lvl6pPr>
            <a:lvl7pPr algn="l">
              <a:defRPr sz="1200" b="1">
                <a:solidFill>
                  <a:srgbClr val="D9C99F"/>
                </a:solidFill>
                <a:latin typeface="Arial"/>
                <a:ea typeface="Arial"/>
                <a:cs typeface="Arial"/>
              </a:defRPr>
            </a:lvl7pPr>
            <a:lvl8pPr algn="l">
              <a:defRPr sz="1200" b="1">
                <a:solidFill>
                  <a:srgbClr val="D9C99F"/>
                </a:solidFill>
                <a:latin typeface="Arial"/>
                <a:ea typeface="Arial"/>
                <a:cs typeface="Arial"/>
              </a:defRPr>
            </a:lvl8pPr>
            <a:lvl9pPr algn="l">
              <a:defRPr sz="1200" b="1">
                <a:solidFill>
                  <a:srgbClr val="D9C99F"/>
                </a:solidFill>
                <a:latin typeface="Arial"/>
                <a:ea typeface="Arial"/>
                <a:cs typeface="Arial"/>
              </a:defRPr>
            </a:lvl9pPr>
          </a:lstStyle>
          <a:p xmlns:a="http://schemas.openxmlformats.org/drawingml/2006/main">
            <a:pPr algn="l">
              <a:defRPr sz="1200" b="1">
                <a:solidFill>
                  <a:srgbClr val="D9C99F"/>
                </a:solidFill>
                <a:latin typeface="Arial"/>
                <a:ea typeface="Arial"/>
                <a:cs typeface="Arial"/>
              </a:defRPr>
            </a:pPr>
            <a:r>
              <a:rPr sz="1200" b="1">
                <a:solidFill>
                  <a:srgbClr val="D9C99F"/>
                </a:solidFill>
                <a:latin typeface="Arial"/>
                <a:ea typeface="Arial"/>
                <a:cs typeface="Arial"/>
              </a:rPr>
              <a:t>Before submission</a:t>
            </a:r>
          </a:p>
        </p:txBody>
      </p:sp>
      <p:sp>
        <p:nvSpPr>
          <p:cNvPr id="18" name="next-steps-copy">
            <a:extLst xmlns:a="http://schemas.openxmlformats.org/drawingml/2006/main">
              <a:ext uri="{FF2B5EF4-FFF2-40B4-BE49-F238E27FC236}">
                <a16:creationId xmlns:a16="http://schemas.microsoft.com/office/drawing/2014/main" id="{32896A88-D117-4C61-B91A-AC2358C529B5}"/>
              </a:ext>
            </a:extLst>
          </p:cNvPr>
          <p:cNvSpPr>
            <a:spLocks xmlns:a="http://schemas.openxmlformats.org/drawingml/2006/main" noGrp="1"/>
          </p:cNvSpPr>
          <p:nvPr/>
        </p:nvSpPr>
        <p:spPr>
          <a:xfrm xmlns:a="http://schemas.openxmlformats.org/drawingml/2006/main">
            <a:off x="2695575" y="5257800"/>
            <a:ext cx="8667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FFFEFA"/>
                </a:solidFill>
                <a:latin typeface="Arial"/>
                <a:ea typeface="Arial"/>
                <a:cs typeface="Arial"/>
              </a:defRPr>
            </a:defPPr>
            <a:lvl1pPr algn="l">
              <a:defRPr sz="1200" b="0">
                <a:solidFill>
                  <a:srgbClr val="FFFEFA"/>
                </a:solidFill>
                <a:latin typeface="Arial"/>
                <a:ea typeface="Arial"/>
                <a:cs typeface="Arial"/>
              </a:defRPr>
            </a:lvl1pPr>
            <a:lvl2pPr algn="l">
              <a:defRPr sz="1200" b="0">
                <a:solidFill>
                  <a:srgbClr val="FFFEFA"/>
                </a:solidFill>
                <a:latin typeface="Arial"/>
                <a:ea typeface="Arial"/>
                <a:cs typeface="Arial"/>
              </a:defRPr>
            </a:lvl2pPr>
            <a:lvl3pPr algn="l">
              <a:defRPr sz="1200" b="0">
                <a:solidFill>
                  <a:srgbClr val="FFFEFA"/>
                </a:solidFill>
                <a:latin typeface="Arial"/>
                <a:ea typeface="Arial"/>
                <a:cs typeface="Arial"/>
              </a:defRPr>
            </a:lvl3pPr>
            <a:lvl4pPr algn="l">
              <a:defRPr sz="1200" b="0">
                <a:solidFill>
                  <a:srgbClr val="FFFEFA"/>
                </a:solidFill>
                <a:latin typeface="Arial"/>
                <a:ea typeface="Arial"/>
                <a:cs typeface="Arial"/>
              </a:defRPr>
            </a:lvl4pPr>
            <a:lvl5pPr algn="l">
              <a:defRPr sz="1200" b="0">
                <a:solidFill>
                  <a:srgbClr val="FFFEFA"/>
                </a:solidFill>
                <a:latin typeface="Arial"/>
                <a:ea typeface="Arial"/>
                <a:cs typeface="Arial"/>
              </a:defRPr>
            </a:lvl5pPr>
            <a:lvl6pPr algn="l">
              <a:defRPr sz="1200" b="0">
                <a:solidFill>
                  <a:srgbClr val="FFFEFA"/>
                </a:solidFill>
                <a:latin typeface="Arial"/>
                <a:ea typeface="Arial"/>
                <a:cs typeface="Arial"/>
              </a:defRPr>
            </a:lvl6pPr>
            <a:lvl7pPr algn="l">
              <a:defRPr sz="1200" b="0">
                <a:solidFill>
                  <a:srgbClr val="FFFEFA"/>
                </a:solidFill>
                <a:latin typeface="Arial"/>
                <a:ea typeface="Arial"/>
                <a:cs typeface="Arial"/>
              </a:defRPr>
            </a:lvl7pPr>
            <a:lvl8pPr algn="l">
              <a:defRPr sz="1200" b="0">
                <a:solidFill>
                  <a:srgbClr val="FFFEFA"/>
                </a:solidFill>
                <a:latin typeface="Arial"/>
                <a:ea typeface="Arial"/>
                <a:cs typeface="Arial"/>
              </a:defRPr>
            </a:lvl8pPr>
            <a:lvl9pPr algn="l">
              <a:defRPr sz="1200" b="0">
                <a:solidFill>
                  <a:srgbClr val="FFFEFA"/>
                </a:solidFill>
                <a:latin typeface="Arial"/>
                <a:ea typeface="Arial"/>
                <a:cs typeface="Arial"/>
              </a:defRPr>
            </a:lvl9pPr>
          </a:lstStyle>
          <a:p xmlns:a="http://schemas.openxmlformats.org/drawingml/2006/main">
            <a:pPr algn="l">
              <a:defRPr sz="1200" b="0">
                <a:solidFill>
                  <a:srgbClr val="FFFEFA"/>
                </a:solidFill>
                <a:latin typeface="Arial"/>
                <a:ea typeface="Arial"/>
                <a:cs typeface="Arial"/>
              </a:defRPr>
            </a:pPr>
            <a:r>
              <a:rPr sz="1200" b="0">
                <a:solidFill>
                  <a:srgbClr val="FFFEFA"/>
                </a:solidFill>
                <a:latin typeface="Arial"/>
                <a:ea typeface="Arial"/>
                <a:cs typeface="Arial"/>
              </a:rPr>
              <a:t>Start the configured services and set Meterless access · verify all five Zetaris tables · capture a fresh 1–4 minute demo</a:t>
            </a:r>
          </a:p>
        </p:txBody>
      </p:sp>
      <p:sp>
        <p:nvSpPr>
          <p:cNvPr id="19" name="status-footer">
            <a:extLst xmlns:a="http://schemas.openxmlformats.org/drawingml/2006/main">
              <a:ext uri="{FF2B5EF4-FFF2-40B4-BE49-F238E27FC236}">
                <a16:creationId xmlns:a16="http://schemas.microsoft.com/office/drawing/2014/main" id="{C893BC55-C23A-4105-8A00-F5B382CB9598}"/>
              </a:ext>
            </a:extLst>
          </p:cNvPr>
          <p:cNvSpPr>
            <a:spLocks xmlns:a="http://schemas.openxmlformats.org/drawingml/2006/main" noGrp="1"/>
          </p:cNvSpPr>
          <p:nvPr/>
        </p:nvSpPr>
        <p:spPr>
          <a:xfrm xmlns:a="http://schemas.openxmlformats.org/drawingml/2006/main">
            <a:off x="790575" y="6315075"/>
            <a:ext cx="1057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D9C99F"/>
                </a:solidFill>
                <a:latin typeface="Arial"/>
                <a:ea typeface="Arial"/>
                <a:cs typeface="Arial"/>
              </a:defRPr>
            </a:defPPr>
            <a:lvl1pPr algn="l">
              <a:defRPr sz="825" b="1">
                <a:solidFill>
                  <a:srgbClr val="D9C99F"/>
                </a:solidFill>
                <a:latin typeface="Arial"/>
                <a:ea typeface="Arial"/>
                <a:cs typeface="Arial"/>
              </a:defRPr>
            </a:lvl1pPr>
            <a:lvl2pPr algn="l">
              <a:defRPr sz="825" b="1">
                <a:solidFill>
                  <a:srgbClr val="D9C99F"/>
                </a:solidFill>
                <a:latin typeface="Arial"/>
                <a:ea typeface="Arial"/>
                <a:cs typeface="Arial"/>
              </a:defRPr>
            </a:lvl2pPr>
            <a:lvl3pPr algn="l">
              <a:defRPr sz="825" b="1">
                <a:solidFill>
                  <a:srgbClr val="D9C99F"/>
                </a:solidFill>
                <a:latin typeface="Arial"/>
                <a:ea typeface="Arial"/>
                <a:cs typeface="Arial"/>
              </a:defRPr>
            </a:lvl3pPr>
            <a:lvl4pPr algn="l">
              <a:defRPr sz="825" b="1">
                <a:solidFill>
                  <a:srgbClr val="D9C99F"/>
                </a:solidFill>
                <a:latin typeface="Arial"/>
                <a:ea typeface="Arial"/>
                <a:cs typeface="Arial"/>
              </a:defRPr>
            </a:lvl4pPr>
            <a:lvl5pPr algn="l">
              <a:defRPr sz="825" b="1">
                <a:solidFill>
                  <a:srgbClr val="D9C99F"/>
                </a:solidFill>
                <a:latin typeface="Arial"/>
                <a:ea typeface="Arial"/>
                <a:cs typeface="Arial"/>
              </a:defRPr>
            </a:lvl5pPr>
            <a:lvl6pPr algn="l">
              <a:defRPr sz="825" b="1">
                <a:solidFill>
                  <a:srgbClr val="D9C99F"/>
                </a:solidFill>
                <a:latin typeface="Arial"/>
                <a:ea typeface="Arial"/>
                <a:cs typeface="Arial"/>
              </a:defRPr>
            </a:lvl6pPr>
            <a:lvl7pPr algn="l">
              <a:defRPr sz="825" b="1">
                <a:solidFill>
                  <a:srgbClr val="D9C99F"/>
                </a:solidFill>
                <a:latin typeface="Arial"/>
                <a:ea typeface="Arial"/>
                <a:cs typeface="Arial"/>
              </a:defRPr>
            </a:lvl7pPr>
            <a:lvl8pPr algn="l">
              <a:defRPr sz="825" b="1">
                <a:solidFill>
                  <a:srgbClr val="D9C99F"/>
                </a:solidFill>
                <a:latin typeface="Arial"/>
                <a:ea typeface="Arial"/>
                <a:cs typeface="Arial"/>
              </a:defRPr>
            </a:lvl8pPr>
            <a:lvl9pPr algn="l">
              <a:defRPr sz="825" b="1">
                <a:solidFill>
                  <a:srgbClr val="D9C99F"/>
                </a:solidFill>
                <a:latin typeface="Arial"/>
                <a:ea typeface="Arial"/>
                <a:cs typeface="Arial"/>
              </a:defRPr>
            </a:lvl9pPr>
          </a:lstStyle>
          <a:p xmlns:a="http://schemas.openxmlformats.org/drawingml/2006/main">
            <a:pPr algn="l">
              <a:defRPr sz="825" b="1">
                <a:solidFill>
                  <a:srgbClr val="D9C99F"/>
                </a:solidFill>
                <a:latin typeface="Arial"/>
                <a:ea typeface="Arial"/>
                <a:cs typeface="Arial"/>
              </a:defRPr>
            </a:pPr>
            <a:r>
              <a:rPr sz="825" b="1">
                <a:solidFill>
                  <a:srgbClr val="D9C99F"/>
                </a:solidFill>
                <a:latin typeface="Arial"/>
                <a:ea typeface="Arial"/>
                <a:cs typeface="Arial"/>
              </a:rPr>
              <a:t>BUILD WINDOW CLOSES 27 OCT 2026 23:45 UTC  ·  NO TRADE IS PLACED</a:t>
            </a:r>
          </a:p>
        </p:txBody>
      </p:sp>
    </p:spTree>
    <p:extLst>
      <p:ext uri="{BB962C8B-B14F-4D97-AF65-F5344CB8AC3E}">
        <p14:creationId xmlns:p14="http://schemas.microsoft.com/office/powerpoint/2010/main" val="20607835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2026-10-24T10:45:56.9980000Z</dcterms:created>
  <dcterms:modified xsi:type="dcterms:W3CDTF">2026-10-24T10:45:56.9980000Z</dcterms:modified>
</coreProperties>
</file>